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285" r:id="rId6"/>
    <p:sldId id="286" r:id="rId7"/>
    <p:sldId id="287" r:id="rId8"/>
    <p:sldId id="28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9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B18F00-86CF-607D-6C2D-124F66CCB08A}" name="Schaaf, Artur (Analytical)" initials="SA(" userId="S::artur.schaaf@spglobal.com::73f3a0f7-5e11-4de0-b3ec-2410406d97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D1205-A1F6-4D01-A2BB-3BB0F16C7222}" v="7" dt="2026-07-02T09:44:53.103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78"/>
      </p:cViewPr>
      <p:guideLst>
        <p:guide orient="horz" pos="2160"/>
        <p:guide pos="3840"/>
        <p:guide pos="6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30EE76-AB0B-43A9-8C07-897787CFBA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A37AB1-5D08-4C70-90D5-9A7F28C671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75BE9-6686-4376-8337-3ADB09FCC5B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7A3B8-092B-411F-8E83-FFA0520ABD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7DB30-5F08-41ED-903E-3FEF63F912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D2D00-32D8-4018-B7C1-2A6C40136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19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97E6B-35D4-4C59-9667-9E94DFC5B11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30238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829050"/>
            <a:ext cx="5486400" cy="4171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8AB29-FD65-43D1-A0D5-6E5DEB6A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8AB29-FD65-43D1-A0D5-6E5DEB6A13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4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93BD-2D0F-4654-6B90-B98D76AC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F4930-CCBC-52D9-E8A6-1B5B3F596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6E5EA-2AB3-E76E-1C07-0C3600B92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BC55-B842-971B-D77B-F399C1067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8AB29-FD65-43D1-A0D5-6E5DEB6A13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01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09EA8-D5BD-DEA8-6A2D-1BF3D50C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A024B-D188-F003-30C1-4DB45211B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E02DA-71AD-9027-3227-88013E2D8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D080F-B798-8906-87A3-34C861029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8AB29-FD65-43D1-A0D5-6E5DEB6A13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38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2.sv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F38398A9-7316-41DB-A533-4A7A2DAF67CC}"/>
              </a:ext>
            </a:extLst>
          </p:cNvPr>
          <p:cNvSpPr/>
          <p:nvPr userDrawn="1"/>
        </p:nvSpPr>
        <p:spPr>
          <a:xfrm>
            <a:off x="-1352483" y="-10547"/>
            <a:ext cx="1272540" cy="39642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Please note the </a:t>
            </a:r>
            <a:r>
              <a:rPr lang="en-US" sz="800" b="1">
                <a:solidFill>
                  <a:srgbClr val="000000"/>
                </a:solidFill>
              </a:rPr>
              <a:t>additional options for Title Slide Layouts </a:t>
            </a:r>
            <a:r>
              <a:rPr lang="en-US" sz="800">
                <a:solidFill>
                  <a:srgbClr val="000000"/>
                </a:solidFill>
              </a:rPr>
              <a:t>under Layouts on the Home Tab.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4A4ADC-5140-43E7-A027-A0B478F3782E}"/>
              </a:ext>
            </a:extLst>
          </p:cNvPr>
          <p:cNvSpPr/>
          <p:nvPr userDrawn="1"/>
        </p:nvSpPr>
        <p:spPr>
          <a:xfrm>
            <a:off x="-1230499" y="648464"/>
            <a:ext cx="1063222" cy="318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B1D9F-FE9B-4F62-9422-68C960A22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1959840"/>
            <a:ext cx="7189020" cy="1398263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4400" b="0"/>
            </a:lvl1pPr>
          </a:lstStyle>
          <a:p>
            <a:r>
              <a:rPr lang="en-US"/>
              <a:t>[Title max 2 lines - additional Title slides under Layouts]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2521EE-A926-423E-A2FE-B2B920A54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928" y="3478225"/>
            <a:ext cx="7189020" cy="4754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[Presentation subtitle]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5494EC-E9A8-46D3-959D-EFC8E3528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6928" y="4133914"/>
            <a:ext cx="3035808" cy="116694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0" indent="0">
              <a:buNone/>
              <a:defRPr sz="1200"/>
            </a:lvl2pPr>
            <a:lvl3pPr marL="0" indent="0"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</a:lstStyle>
          <a:p>
            <a:pPr lvl="0"/>
            <a:r>
              <a:rPr lang="en-US"/>
              <a:t>[Add Presenter name(s) / Department / Title]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B20403D-A1B9-4FD9-A965-85BAD0B8C6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928" y="5556523"/>
            <a:ext cx="3035808" cy="21480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[Insert date]</a:t>
            </a:r>
          </a:p>
        </p:txBody>
      </p:sp>
      <p:pic>
        <p:nvPicPr>
          <p:cNvPr id="28" name="S&amp;P Global Big Logo White">
            <a:extLst>
              <a:ext uri="{FF2B5EF4-FFF2-40B4-BE49-F238E27FC236}">
                <a16:creationId xmlns:a16="http://schemas.microsoft.com/office/drawing/2014/main" id="{ECBD4E13-674D-41EC-8CA7-7D5645831C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340" y="175868"/>
            <a:ext cx="1709928" cy="66074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848774-06A4-4C9C-9314-148C24E489BB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D77BC6-934A-4328-AC3E-51C3D8FC5470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BE42BB4-B506-4979-AD9F-D6C80A08E23F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46EBAF-8C9F-439B-88C1-359D3F12024D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499AF21-EB04-4D6A-8A3D-4BCA6140907C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DB3F314-279D-4E8E-A0FE-F0ABFD4DB718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EC3EFBE-5383-4FD6-B5CF-B434AA552049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7AD529D-D801-4F76-A17C-45A2B6353D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84910" y="689009"/>
            <a:ext cx="939552" cy="2997619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A051F11-C545-4936-ACBA-747E4BACD57E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97143-AB88-41EC-B6B9-395E6AAF8F8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-87988" y="6901977"/>
            <a:ext cx="54864" cy="54864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95FC62-DEFF-4D0C-8B75-F3CBBBE3FA79}" type="datetime4">
              <a:rPr lang="en-US" smtClean="0"/>
              <a:t>July 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0E2E7-D6FF-4CC7-8126-C6D4A091DE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170050" y="6403791"/>
            <a:ext cx="5464737" cy="21480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D495E-526B-486D-A788-BA139D278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2212531" y="6883061"/>
            <a:ext cx="54864" cy="54864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5BF95A-1DF2-21A3-58D5-32D1C2798437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0C54603-338A-E6CF-FE3D-395192678F07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AA2C9E-2331-B0FE-CA2E-9E8BE5503EE2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FD08E0-BFE2-3C85-1FC7-5005E4FD6F7C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A7661-BC6B-F457-DD14-F815F52B40AF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E5C7147-0F9F-C8AC-E145-B3F618D32A1A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D760FA-DAB8-38EF-62A6-45C133175D8F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B6C2293-CC0D-0286-EA83-9CC96C6C35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5693008-ECA2-D347-F029-4B239581E6D4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B926ED2-AE3D-30E5-2CA0-43424F953630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565C575-B22F-34CC-13AE-656E49E33E61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990B124-B45E-DAF2-3CB9-7C6312724CE0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693430C-B7A7-B40B-007D-928B003E6925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FB7F43C-484E-7D1C-67FD-ABA9E65C88A6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E23F307-96A1-29F0-703F-000E09CC2BFB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4E4B1A4-17F1-AB8D-19D3-9149E612F90B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67A3BCF-DB06-D36B-6FFB-7E3F90E4E60D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68FB066-3FAE-2542-29A8-D4E7088A899B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BC67567-F50F-A720-E734-33240C21CF07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2A6005A-98EB-530A-95AF-7F0B1F652EB5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C454E9C-70D3-80C3-42E2-839BDBC16CF4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EEAE332-6493-C9B7-1CAE-74110DBBE8D3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A1C50AE-F33E-F98A-B98D-7809DBF81ED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13CA9AF2-AF10-EF8F-A2FA-8B280FC8A40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19E13577-13A8-3952-11BB-0AFC084C52A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536F21CA-48D2-FB80-2B32-19116CA8FC8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1A745FDC-848E-6102-EE7F-AB39023659C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ACA30304-93F4-6305-CDF3-C6BF8F4C4BE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2DE3D3C3-5E56-14B8-2F6F-4C25C72026B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FCBB6C8B-9BFD-0343-86BF-6E9345423E7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248EDB88-78F2-9E93-815D-78C9C7D163E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50" name="Graphic 49" descr="Close with solid fill">
                  <a:extLst>
                    <a:ext uri="{FF2B5EF4-FFF2-40B4-BE49-F238E27FC236}">
                      <a16:creationId xmlns:a16="http://schemas.microsoft.com/office/drawing/2014/main" id="{82839486-8965-D272-8E40-8DB6AFD20B6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51" name="Graphic 50" descr="Close with solid fill">
                  <a:extLst>
                    <a:ext uri="{FF2B5EF4-FFF2-40B4-BE49-F238E27FC236}">
                      <a16:creationId xmlns:a16="http://schemas.microsoft.com/office/drawing/2014/main" id="{3A2D3FE2-BAC8-C614-84F2-EAB2C113FAF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40" name="Freeform: Shape 71">
                <a:extLst>
                  <a:ext uri="{FF2B5EF4-FFF2-40B4-BE49-F238E27FC236}">
                    <a16:creationId xmlns:a16="http://schemas.microsoft.com/office/drawing/2014/main" id="{C88AB5F4-F692-6DB6-823B-A26B52B1852F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74">
                <a:extLst>
                  <a:ext uri="{FF2B5EF4-FFF2-40B4-BE49-F238E27FC236}">
                    <a16:creationId xmlns:a16="http://schemas.microsoft.com/office/drawing/2014/main" id="{846FEB3E-04A5-1885-83B1-6F5A3EA353B7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195E42AE-8DC2-9661-0141-FD22FDD015DA}"/>
                </a:ext>
              </a:extLst>
            </p:cNvPr>
            <p:cNvCxnSpPr>
              <a:cxnSpLocks/>
              <a:stCxn id="26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SPG Ratings Colorful Big">
            <a:extLst>
              <a:ext uri="{FF2B5EF4-FFF2-40B4-BE49-F238E27FC236}">
                <a16:creationId xmlns:a16="http://schemas.microsoft.com/office/drawing/2014/main" id="{5AB653BF-DACF-B120-D6BD-5FDA458D31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160" y="173933"/>
            <a:ext cx="1713488" cy="9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4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7039" y="1622425"/>
            <a:ext cx="11064240" cy="4584274"/>
          </a:xfrm>
        </p:spPr>
        <p:txBody>
          <a:bodyPr/>
          <a:lstStyle>
            <a:lvl3pPr>
              <a:spcAft>
                <a:spcPts val="0"/>
              </a:spcAft>
              <a:defRPr/>
            </a:lvl3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E281549-F48C-40C3-A3B8-76A33095AB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2709" cy="648111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3AF1F22-6453-4489-88BC-640BBEB648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58513-4614-34C6-D70F-CAA32D96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7039" y="1960032"/>
            <a:ext cx="11064240" cy="4252382"/>
          </a:xfrm>
        </p:spPr>
        <p:txBody>
          <a:bodyPr/>
          <a:lstStyle>
            <a:lvl3pPr>
              <a:spcAft>
                <a:spcPts val="0"/>
              </a:spcAft>
              <a:defRPr/>
            </a:lvl3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67039" y="1058237"/>
            <a:ext cx="11064240" cy="493776"/>
          </a:xfrm>
        </p:spPr>
        <p:txBody>
          <a:bodyPr/>
          <a:lstStyle>
            <a:lvl1pPr marL="0" indent="0">
              <a:buNone/>
              <a:defRPr sz="1800" b="0">
                <a:latin typeface="+mn-lt"/>
              </a:defRPr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F688775-CEA2-4940-992B-934A42019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2709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5C782-0EF5-30F9-88C7-0ACACCAD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70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67039" y="1622425"/>
            <a:ext cx="5010912" cy="4589567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18836" y="1622424"/>
            <a:ext cx="5010912" cy="4589567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664208C-BD36-4BE7-9A7B-B2D8CF95E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2709" cy="648111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17BA4-7DAD-4A58-6649-FD9F2ACF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3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ADB806-4287-47DA-AF4C-BB39AE0922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7039" y="2339467"/>
            <a:ext cx="5010912" cy="386607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200"/>
            </a:lvl1pPr>
            <a:lvl2pPr marL="227013" indent="-227013">
              <a:defRPr sz="1200"/>
            </a:lvl2pPr>
            <a:lvl3pPr marL="460375" indent="-233363">
              <a:defRPr sz="12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non-bullet paragraph text]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ubtitle Left">
            <a:extLst>
              <a:ext uri="{FF2B5EF4-FFF2-40B4-BE49-F238E27FC236}">
                <a16:creationId xmlns:a16="http://schemas.microsoft.com/office/drawing/2014/main" id="{8403981E-786C-4EF9-AF33-61C19C423E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039" y="1956276"/>
            <a:ext cx="5010912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1" name="Subtitle Right">
            <a:extLst>
              <a:ext uri="{FF2B5EF4-FFF2-40B4-BE49-F238E27FC236}">
                <a16:creationId xmlns:a16="http://schemas.microsoft.com/office/drawing/2014/main" id="{B61E0577-E2AB-4D15-B857-69F705573C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20367" y="1956276"/>
            <a:ext cx="5010912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EF8898-0035-4D30-8587-C59EEC429BF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20367" y="2340110"/>
            <a:ext cx="5010912" cy="386507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200"/>
            </a:lvl1pPr>
            <a:lvl2pPr marL="231775" indent="-231775">
              <a:defRPr sz="1200"/>
            </a:lvl2pPr>
            <a:lvl3pPr marL="457200" indent="-225425">
              <a:defRPr sz="1200"/>
            </a:lvl3pPr>
            <a:lvl4pPr marL="688975" indent="-231775">
              <a:defRPr sz="1200"/>
            </a:lvl4pPr>
            <a:lvl5pPr marL="914400" indent="-225425">
              <a:defRPr sz="1200"/>
            </a:lvl5pPr>
          </a:lstStyle>
          <a:p>
            <a:pPr lvl="0"/>
            <a:r>
              <a:rPr lang="en-US"/>
              <a:t>[Click to add non-bullet paragraph text]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EC4F50-33EE-43C0-91C4-0E81E34B8F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399879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C4A7AD32-F8CA-4312-96A0-150415233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4240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j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B2DECFA-B61D-4F4D-B7D8-5CE42C1281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1001A-51AB-2C13-84DF-DA49318D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69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7041" y="1629165"/>
            <a:ext cx="5010912" cy="384048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latin typeface="+mn-lt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7039" y="2124635"/>
            <a:ext cx="5010912" cy="408414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18836" y="1629165"/>
            <a:ext cx="5010912" cy="384048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latin typeface="+mn-lt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18836" y="2124635"/>
            <a:ext cx="5010912" cy="408414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0A15C2-5054-4CD7-B265-CC42A553B2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4303B-835C-3BF5-4845-B3AE5A08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31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Left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976" y="2070859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Subtitle Middle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9596" y="2070859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Subtitle Right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8216" y="2070859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6" name="Subtitle Left">
            <a:extLst>
              <a:ext uri="{FF2B5EF4-FFF2-40B4-BE49-F238E27FC236}">
                <a16:creationId xmlns:a16="http://schemas.microsoft.com/office/drawing/2014/main" id="{96941243-0AB9-443A-AC21-9C361898F3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00" y="1741007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17" name="Subtitle Middle">
            <a:extLst>
              <a:ext uri="{FF2B5EF4-FFF2-40B4-BE49-F238E27FC236}">
                <a16:creationId xmlns:a16="http://schemas.microsoft.com/office/drawing/2014/main" id="{A2E86603-A86E-40DC-8BB1-F9E5ED916F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7420" y="1741007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18" name="Subtitle Right">
            <a:extLst>
              <a:ext uri="{FF2B5EF4-FFF2-40B4-BE49-F238E27FC236}">
                <a16:creationId xmlns:a16="http://schemas.microsoft.com/office/drawing/2014/main" id="{D7BF97B8-F530-4177-A77A-CC4A28DC1E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6040" y="1741007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A14B5A-1F3C-4377-8BE2-B3230F361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9BFB21D-CA4F-49E4-B689-3D4818526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E29C1C4-7BA5-4EFE-9D43-A52A5745A7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7212" y="2619376"/>
            <a:ext cx="3374136" cy="288571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F2D1654-53B4-42CE-A01F-0302CA4FF5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6900" y="2619376"/>
            <a:ext cx="3374136" cy="288571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D09EA68-3947-4C1E-8919-62EDC1879A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6587" y="2619376"/>
            <a:ext cx="3374136" cy="288571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3C054E2C-5FEC-4FC6-86D1-8129521D46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107CC-39DA-62E1-CD47-DB9B6E0E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7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Left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976" y="2070859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Subtitle Middle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9596" y="2070859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Subtitle Right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8216" y="2070859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6" name="Subtitle Left">
            <a:extLst>
              <a:ext uri="{FF2B5EF4-FFF2-40B4-BE49-F238E27FC236}">
                <a16:creationId xmlns:a16="http://schemas.microsoft.com/office/drawing/2014/main" id="{96941243-0AB9-443A-AC21-9C361898F3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00" y="1741007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17" name="Subtitle Middle">
            <a:extLst>
              <a:ext uri="{FF2B5EF4-FFF2-40B4-BE49-F238E27FC236}">
                <a16:creationId xmlns:a16="http://schemas.microsoft.com/office/drawing/2014/main" id="{A2E86603-A86E-40DC-8BB1-F9E5ED916F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7420" y="1741007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18" name="Subtitle Right">
            <a:extLst>
              <a:ext uri="{FF2B5EF4-FFF2-40B4-BE49-F238E27FC236}">
                <a16:creationId xmlns:a16="http://schemas.microsoft.com/office/drawing/2014/main" id="{D7BF97B8-F530-4177-A77A-CC4A28DC1E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6040" y="1741007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A14B5A-1F3C-4377-8BE2-B3230F361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9BFB21D-CA4F-49E4-B689-3D4818526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E29C1C4-7BA5-4EFE-9D43-A52A5745A7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7212" y="2619376"/>
            <a:ext cx="3374136" cy="90693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F2D1654-53B4-42CE-A01F-0302CA4FF5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6900" y="2619375"/>
            <a:ext cx="3374136" cy="90693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D09EA68-3947-4C1E-8919-62EDC1879A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6587" y="2619376"/>
            <a:ext cx="3374136" cy="90693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Subtitle Left">
            <a:extLst>
              <a:ext uri="{FF2B5EF4-FFF2-40B4-BE49-F238E27FC236}">
                <a16:creationId xmlns:a16="http://schemas.microsoft.com/office/drawing/2014/main" id="{41D831FC-A1F7-4DC8-BA1A-A17C8EAA97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9388" y="4238915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2" name="Subtitle Middle">
            <a:extLst>
              <a:ext uri="{FF2B5EF4-FFF2-40B4-BE49-F238E27FC236}">
                <a16:creationId xmlns:a16="http://schemas.microsoft.com/office/drawing/2014/main" id="{C93652A2-26B5-47E7-8938-7167808607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08008" y="4238915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4" name="Subtitle Left">
            <a:extLst>
              <a:ext uri="{FF2B5EF4-FFF2-40B4-BE49-F238E27FC236}">
                <a16:creationId xmlns:a16="http://schemas.microsoft.com/office/drawing/2014/main" id="{7C644CFB-CECD-4FFC-BF18-52EAEA4F96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7212" y="3909063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26" name="Subtitle Middle">
            <a:extLst>
              <a:ext uri="{FF2B5EF4-FFF2-40B4-BE49-F238E27FC236}">
                <a16:creationId xmlns:a16="http://schemas.microsoft.com/office/drawing/2014/main" id="{214DCF33-769C-4A91-B102-A082C83E9A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05832" y="3909063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27" name="Subtitle Right">
            <a:extLst>
              <a:ext uri="{FF2B5EF4-FFF2-40B4-BE49-F238E27FC236}">
                <a16:creationId xmlns:a16="http://schemas.microsoft.com/office/drawing/2014/main" id="{AD42E7A8-3667-4180-9865-036D5D2E6CF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54452" y="3909063"/>
            <a:ext cx="614691" cy="277210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[##]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1E0055-63B4-4536-A39B-2008127913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5624" y="4787432"/>
            <a:ext cx="3374136" cy="90693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B0446AC9-7EA2-49AF-9E03-1CBEDC4AF2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5312" y="4787431"/>
            <a:ext cx="3374136" cy="90693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9C10E2FD-8E08-4E27-8251-911FE57D6D7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54999" y="4787432"/>
            <a:ext cx="3374136" cy="90693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ubtitle Right">
            <a:extLst>
              <a:ext uri="{FF2B5EF4-FFF2-40B4-BE49-F238E27FC236}">
                <a16:creationId xmlns:a16="http://schemas.microsoft.com/office/drawing/2014/main" id="{9808343C-7685-4CA9-A440-3AB53CE7DEB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1177" y="4238914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473AA86A-C2C8-494A-B6CB-9F08C3C40F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799763"/>
            <a:ext cx="11060912" cy="412650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46FE9-23DF-49B8-E25E-5851AF3C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5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E688C92-32C1-4BDA-933F-26BEEA3B91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1791199"/>
            <a:ext cx="11064788" cy="67665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text]</a:t>
            </a:r>
          </a:p>
        </p:txBody>
      </p:sp>
      <p:sp>
        <p:nvSpPr>
          <p:cNvPr id="25" name="Subtitle Left">
            <a:extLst>
              <a:ext uri="{FF2B5EF4-FFF2-40B4-BE49-F238E27FC236}">
                <a16:creationId xmlns:a16="http://schemas.microsoft.com/office/drawing/2014/main" id="{61E7C447-8A4D-450A-B86A-44DB08749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975" y="2623019"/>
            <a:ext cx="2036064" cy="493776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7" name="Subtitle Left Middle">
            <a:extLst>
              <a:ext uri="{FF2B5EF4-FFF2-40B4-BE49-F238E27FC236}">
                <a16:creationId xmlns:a16="http://schemas.microsoft.com/office/drawing/2014/main" id="{063F30B2-FBDB-4754-8B9E-9E075D8269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19483" y="2623019"/>
            <a:ext cx="2036064" cy="493776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9" name="Subtitle Middle">
            <a:extLst>
              <a:ext uri="{FF2B5EF4-FFF2-40B4-BE49-F238E27FC236}">
                <a16:creationId xmlns:a16="http://schemas.microsoft.com/office/drawing/2014/main" id="{DF760517-3B3F-40C1-BC94-AE68C8CEAD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7991" y="2623019"/>
            <a:ext cx="2036064" cy="493776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1" name="Subtitle Right Middle">
            <a:extLst>
              <a:ext uri="{FF2B5EF4-FFF2-40B4-BE49-F238E27FC236}">
                <a16:creationId xmlns:a16="http://schemas.microsoft.com/office/drawing/2014/main" id="{0B780B94-455F-49EE-8F11-14EC4C3DD5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6499" y="2623019"/>
            <a:ext cx="2036064" cy="493776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3" name="Subtitle Right">
            <a:extLst>
              <a:ext uri="{FF2B5EF4-FFF2-40B4-BE49-F238E27FC236}">
                <a16:creationId xmlns:a16="http://schemas.microsoft.com/office/drawing/2014/main" id="{7C513371-3013-4E16-89BA-D116A01B55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95009" y="2623019"/>
            <a:ext cx="2036064" cy="493776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865455-3EAC-4FAE-9B20-C2DDA8A06C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8801" y="3271960"/>
            <a:ext cx="2036233" cy="2422404"/>
          </a:xfrm>
        </p:spPr>
        <p:txBody>
          <a:bodyPr/>
          <a:lstStyle>
            <a:lvl1pPr marL="114300" indent="-114300">
              <a:defRPr sz="1100"/>
            </a:lvl1pPr>
            <a:lvl2pPr marL="227013" indent="-112713">
              <a:defRPr sz="11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D119D33-E5BA-400E-84C0-9493ACA2B9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19401" y="3271960"/>
            <a:ext cx="2036233" cy="2422404"/>
          </a:xfrm>
        </p:spPr>
        <p:txBody>
          <a:bodyPr/>
          <a:lstStyle>
            <a:lvl1pPr marL="114300" indent="-114300">
              <a:defRPr sz="1100"/>
            </a:lvl1pPr>
            <a:lvl2pPr marL="227013" indent="-112713">
              <a:defRPr sz="11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B5EC6C1-CF45-4972-9451-C7BA44F2C6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6934" y="3271960"/>
            <a:ext cx="2036233" cy="2422404"/>
          </a:xfrm>
        </p:spPr>
        <p:txBody>
          <a:bodyPr/>
          <a:lstStyle>
            <a:lvl1pPr marL="114300" indent="-114300">
              <a:defRPr sz="1100"/>
            </a:lvl1pPr>
            <a:lvl2pPr marL="341313" indent="-114300">
              <a:tabLst/>
              <a:defRPr sz="11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917E3231-30EC-4F7F-81A0-2AF42FA1D8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36367" y="3271960"/>
            <a:ext cx="2036233" cy="2422404"/>
          </a:xfrm>
        </p:spPr>
        <p:txBody>
          <a:bodyPr/>
          <a:lstStyle>
            <a:lvl1pPr marL="114300" indent="-114300">
              <a:defRPr sz="1100"/>
            </a:lvl1pPr>
            <a:lvl2pPr marL="227013" indent="-112713">
              <a:defRPr sz="11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D634B5F-D3D8-4AB0-B51D-1C828AC68D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94851" y="3271960"/>
            <a:ext cx="2038349" cy="2422404"/>
          </a:xfrm>
        </p:spPr>
        <p:txBody>
          <a:bodyPr/>
          <a:lstStyle>
            <a:lvl1pPr marL="114300" indent="-114300">
              <a:defRPr sz="1100"/>
            </a:lvl1pPr>
            <a:lvl2pPr marL="227013" indent="-112713">
              <a:defRPr sz="11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A01D14-CBFD-4FB8-8BC4-D8830CEC1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C816339-A3B2-46CC-8115-A134C967F6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8AF474E7-9310-4F30-B638-C2B6737586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7039" y="5799763"/>
            <a:ext cx="11060912" cy="412650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589140-7D0F-930C-A295-9F745ABC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0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7040" y="1620838"/>
            <a:ext cx="7476041" cy="45879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206253" y="1619998"/>
            <a:ext cx="3423496" cy="4585540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latin typeface="+mn-lt"/>
                <a:cs typeface="+mj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5813A-CD63-4253-8001-91BA1316B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2709" cy="648111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3D1B894-1105-E00B-3C5E-88C7C811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4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7039" y="1622424"/>
            <a:ext cx="11064240" cy="45772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52DE08D-8DD0-44DB-979A-C398324AA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2A6BD-F3A9-637D-A3F9-29E3871D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1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67039" y="1058237"/>
            <a:ext cx="11064240" cy="493776"/>
          </a:xfrm>
        </p:spPr>
        <p:txBody>
          <a:bodyPr/>
          <a:lstStyle>
            <a:lvl1pPr marL="0" indent="0">
              <a:buNone/>
              <a:defRPr b="0">
                <a:latin typeface="+mn-lt"/>
              </a:defRPr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9C40FE-6A21-4C23-A19D-E68A6C2899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2709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F48976F-008B-4090-A991-2BE8CC8B68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13793-DE66-8903-1582-EE2C95D9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4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D5238FB-1356-4521-8102-3ECA8CDD7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E68B8A-41AE-BCFE-5FB3-A54DE20A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E96BE79-9043-4267-9BE9-A1E5BE2A014D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9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BD60BC0-A464-445F-9F28-170EB6B5E9C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ADB806-4287-47DA-AF4C-BB39AE0922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7039" y="1956816"/>
            <a:ext cx="5010912" cy="425196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1pPr>
            <a:lvl2pPr marL="227013" indent="-227013">
              <a:defRPr>
                <a:solidFill>
                  <a:schemeClr val="bg1"/>
                </a:solidFill>
              </a:defRPr>
            </a:lvl2pPr>
            <a:lvl3pPr marL="460375" indent="-233363">
              <a:defRPr>
                <a:solidFill>
                  <a:schemeClr val="bg1"/>
                </a:solidFill>
              </a:defRPr>
            </a:lvl3pPr>
            <a:lvl4pPr marL="687388" indent="-227013">
              <a:defRPr>
                <a:solidFill>
                  <a:schemeClr val="bg1"/>
                </a:solidFill>
              </a:defRPr>
            </a:lvl4pPr>
            <a:lvl5pPr marL="914400" indent="-227013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[Click to add non-bullet paragraph text]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A6FCC9B-A33E-4B36-99E9-34DE7324E3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AF71B7-3EE7-4ECB-927E-2D30E8B8D3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5010912" cy="402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888DD8-0224-404D-AAC6-33FCF67F86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7175" y="1956816"/>
            <a:ext cx="5026025" cy="3737547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6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C4A0CC4-5B74-4052-B180-789DC1265E8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60CE04A-4CBD-4768-8B7C-4C791919339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4927F64-C76D-4BC3-BD50-1D5FB03E6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5008261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solidFill>
                  <a:schemeClr val="bg1"/>
                </a:solidFill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C1C513-E145-4818-AB44-7A5AE107E635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5" name="Date Placeholder 15">
            <a:extLst>
              <a:ext uri="{FF2B5EF4-FFF2-40B4-BE49-F238E27FC236}">
                <a16:creationId xmlns:a16="http://schemas.microsoft.com/office/drawing/2014/main" id="{C728784A-8B09-E625-47F3-513321492B4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53D63A-5C15-4D88-8900-A8519EE55DCE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White Small">
            <a:extLst>
              <a:ext uri="{FF2B5EF4-FFF2-40B4-BE49-F238E27FC236}">
                <a16:creationId xmlns:a16="http://schemas.microsoft.com/office/drawing/2014/main" id="{8AF27DA2-9E32-A962-4755-95B03F005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81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BD60BC0-A464-445F-9F28-170EB6B5E9C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ADB806-4287-47DA-AF4C-BB39AE0922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7039" y="1956816"/>
            <a:ext cx="5010912" cy="425196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1pPr>
            <a:lvl2pPr marL="227013" indent="-227013">
              <a:defRPr>
                <a:solidFill>
                  <a:schemeClr val="tx1"/>
                </a:solidFill>
              </a:defRPr>
            </a:lvl2pPr>
            <a:lvl3pPr marL="460375" indent="-233363">
              <a:defRPr>
                <a:solidFill>
                  <a:schemeClr val="tx1"/>
                </a:solidFill>
              </a:defRPr>
            </a:lvl3pPr>
            <a:lvl4pPr marL="687388" indent="-227013">
              <a:defRPr>
                <a:solidFill>
                  <a:schemeClr val="tx1"/>
                </a:solidFill>
              </a:defRPr>
            </a:lvl4pPr>
            <a:lvl5pPr marL="914400" indent="-22701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[Click to add non-bullet paragraph text]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A6FCC9B-A33E-4B36-99E9-34DE7324E3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915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AF71B7-3EE7-4ECB-927E-2D30E8B8D3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994"/>
            <a:ext cx="5010912" cy="402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888DD8-0224-404D-AAC6-33FCF67F86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7175" y="1956816"/>
            <a:ext cx="5026025" cy="3737547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6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C4A0CC4-5B74-4052-B180-789DC1265E8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60CE04A-4CBD-4768-8B7C-4C791919339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4927F64-C76D-4BC3-BD50-1D5FB03E6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5008261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solidFill>
                  <a:schemeClr val="tx1"/>
                </a:solidFill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C1C513-E145-4818-AB44-7A5AE107E635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E63BC3-354A-42FF-A922-1F7132107FA1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8C9E71-D067-4A2B-B783-0D61ABD6171F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1EC115A-58AC-4782-BAFC-6A202749686B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9886B6E-406B-4405-BF31-56D8023896EA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B65480E-E8EC-4CA1-A52C-E0BF89958449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99C3023B-5E2B-45CD-BE36-9B5E9AF9600E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816CDE-7991-4545-AFD8-6EEB4B76B5DA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70FEB9-5BB2-2F0B-66B1-4E6015509000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E511AA-5615-8911-6561-3A15B963AF14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14808D-3BB0-3DF6-0A16-7E35839902AD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0B487-3BD7-CF92-0373-654FB808C9B1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CDCC86-8443-0981-6318-D1A1EAD65F80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0D8315-48F6-3573-7EFA-29ED526AC9C2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58AE8F-3D60-7583-3BD4-3E85260F8D33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CE79113-A3B8-6465-D117-5EC8EF29EE2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5187172-D2E9-8E44-5A60-6A3E66B11FDF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3B24433-6DCB-2D8A-8A28-8CD85F96CFCE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9E00493-1E83-35A9-3A17-38D006693B52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1FA72B7-5D22-9891-A826-C04349A6A1FC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B07FED3-EC40-844B-B2EA-BA43F4619581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4B080F-E133-BEC0-F173-4AF90F4BFD55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13CF420-83AE-EF57-061F-13BFF5F3CAB9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2200253-59C1-A8F8-C0CF-06C36344995B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7C68F2B-0F83-5498-1B80-235B0C1DD1E5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F63DC88-95D1-11B0-C7DD-7E5D134466EB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606639D-6844-4B57-5A7A-D11188B573DD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02BB75C-8E76-61C5-9B8B-9874C7E5B6F1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5301E59-7FD8-1974-6AA4-97E4FD7C0EBB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DA95D5D-83C2-E62A-66A2-5D1E13BC941E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9D2E53C-1536-31CD-2DF5-7E07C55B920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D60B3A1D-0176-4DC9-FF34-2784443C590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BF5F2E28-4927-D4C1-DE0D-FDFA65367DF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CFE581EA-2F01-EBDC-531E-07157B90120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909245F1-2046-6AC7-F9F5-5F8F0EAA4C5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0B6D2FB8-9A73-E447-0515-2AB1DB2256D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6E5F9FA8-28C6-FD32-6866-B93A22F0954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E7B8AA86-BE4D-FB62-AC6A-15E1157216A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E9480DC3-8C78-0D3A-6AF7-FCAFF8A0722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6BBBB1E7-045D-9927-FD43-5B67CFB556E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6E0465EB-9BE0-668B-208D-EBCDBD1ABC9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8" name="Freeform: Shape 71">
                <a:extLst>
                  <a:ext uri="{FF2B5EF4-FFF2-40B4-BE49-F238E27FC236}">
                    <a16:creationId xmlns:a16="http://schemas.microsoft.com/office/drawing/2014/main" id="{275A34F8-5C7D-A950-0A12-046909CF217E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74">
                <a:extLst>
                  <a:ext uri="{FF2B5EF4-FFF2-40B4-BE49-F238E27FC236}">
                    <a16:creationId xmlns:a16="http://schemas.microsoft.com/office/drawing/2014/main" id="{BEC297F5-CBAD-C6C1-BB87-D466AC1964F1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E468EB5F-84EB-EAB7-5BBD-715F47F39858}"/>
                </a:ext>
              </a:extLst>
            </p:cNvPr>
            <p:cNvCxnSpPr>
              <a:cxnSpLocks/>
              <a:stCxn id="25" idx="3"/>
              <a:endCxn id="9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Date Placeholder 1">
            <a:extLst>
              <a:ext uri="{FF2B5EF4-FFF2-40B4-BE49-F238E27FC236}">
                <a16:creationId xmlns:a16="http://schemas.microsoft.com/office/drawing/2014/main" id="{B67C7175-4465-ECFF-E033-8FCB413FB56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  <p:pic>
        <p:nvPicPr>
          <p:cNvPr id="16" name="SPG Ratings Black Small">
            <a:extLst>
              <a:ext uri="{FF2B5EF4-FFF2-40B4-BE49-F238E27FC236}">
                <a16:creationId xmlns:a16="http://schemas.microsoft.com/office/drawing/2014/main" id="{29B47C38-8987-878A-D6D7-8E88AA6216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27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/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3AD3F0-575D-4B1E-8B9F-7FAAA4AFFB1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A62C50B-A5F2-4BDC-B21D-EF6C08A9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8" y="652074"/>
            <a:ext cx="5010912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AC8B53C8-3DBD-4EA8-9392-FBE2E351C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8" y="105823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C70B75C-DFD7-48C8-92F1-ADC8F3A718F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7038" y="1955800"/>
            <a:ext cx="5010912" cy="4249738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90018B-6ACC-43FE-9482-22D4B889F59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07175" y="647700"/>
            <a:ext cx="5027613" cy="555783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[Add Graphic]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1652EBB-571E-475B-B553-39FE471E0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5010911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A74643-6F50-43EF-AC47-F1AC1911F6CF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02049-9BA9-BD99-BF21-E0F89DA55E6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5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6346E94-E9F1-4F0C-9AB7-02D722F342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14764" y="0"/>
            <a:ext cx="5577236" cy="685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[Insert photo]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ADB806-4287-47DA-AF4C-BB39AE0922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7038" y="1956816"/>
            <a:ext cx="5010912" cy="4251960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B8114C82-D1E4-4FD5-9ACC-948ED3D2FC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8" y="105823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83BB9D-7E68-4480-8074-01D6B9185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8" y="652074"/>
            <a:ext cx="5010912" cy="399879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69EDE3A3-93BC-435F-86A2-88586877EC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039" y="5687045"/>
            <a:ext cx="5017787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580C69-7EEC-439E-AF10-9BA9CF26B3D8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80571-AA79-C43A-91AD-A7AD6E0EBDD5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4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64A38-EFA9-4A39-99F2-74B7B3E3FF1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605015" y="0"/>
            <a:ext cx="5586984" cy="685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16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 [Insert photo]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104EF-8C7F-4FBE-B54B-0BD9A26ABA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67039" y="2257621"/>
            <a:ext cx="5098750" cy="394358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[Click to add content]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8E192-3F9A-45D3-ACFB-FAC89A71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25343-4115-4C36-929A-12123083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461DF-BA7E-4A6E-8E65-15AD0484CCD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CCE458-F83E-44C2-B2F1-F53F7D853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570074"/>
            <a:ext cx="5093207" cy="1385726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[Headline]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D256FB-1CFC-42B7-BE62-7F49A482A929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019D0E-FF32-459E-97E4-9BB716B7A631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383DF4-34AF-4B3C-A154-D199CB5156F0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34798-F2B1-4980-95F7-C1599F3B7D4C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07467C2-B91E-41AB-BA5E-261BD2637B37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DF21283-8F19-4BB7-98FF-C9FBF6E276A5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E94881C-C047-4686-98D9-FA9563CA33CA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998B2EF-E7DD-4D13-8920-7BA654D235A6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849C8C9-6B17-4EF5-8974-7D79D6A896CA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6D542EE6-DD72-4212-878D-2DC9A523C75C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9D36CC9-C44F-4F31-91B1-6F6183D9096B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CF9EAC1-0269-4115-98BF-A8695F5EEEE6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A1B023F-3FFB-4432-A637-0087742169AC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9157ACD-A708-446E-BA08-8ABA138452F1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35FEBBB-6FF4-4962-A5D1-9492720A09A2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B6C3A59-2A6C-4FA0-8ACD-FA252B97E943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26BCAC7-CEA8-442F-A559-3F4E44BDC1E1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943CB7D-FCF0-48F4-BEA7-B94F8532516B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8AE0A84-25B5-483F-9FC6-D34178F270FE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B643A0A-DDE6-4A58-8121-C422A7300B85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8D1AA8E-DBB0-4C4B-AE6B-EE691E847CDC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4EABDD5-9D53-41BE-84E2-0DAC76779421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8161154C-724E-4877-AFF8-FAD67B3FCA26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4A58843-23D3-4734-AFEA-B414D4E09D9C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883F9F-51B6-5A06-26DE-6E111CCFC27F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25BC94B-FC99-F2B9-DCC8-023713C9047F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87667B3-964C-9798-7EC4-35D7D0776EA4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14EC61-F2FD-8DB1-33D1-238332490781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31CAF5-5C77-494C-3BDB-C1436BBD4EEA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3DBE6AD-4306-1393-70EF-9F00C9259643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5CF518-E58E-987D-D152-7356B7462093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0770E3A-FC82-3045-8F2D-695ABB12BE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4026B85-4AEC-4117-A0BE-AF0AD01FB113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CE02B82-1837-21C4-2170-3B9878DDB3A2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A9CB06B-3326-3567-050C-DDA25FB51CF6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DA02C3D-B755-B106-5B7A-419F729BC68A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3162EA3-ED99-197C-5D24-2F5CB80B43D9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B9E6FD7-D6A7-DA39-79BD-03095C6ACAF9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3BB031A-5C8A-8F82-0BEC-A87E68805C10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24DAF74-F27E-D6FF-2F2C-F1E15720A156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F0B8396-226C-A854-BC99-13F12E0DA10D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7C3C57-9A0E-9A1F-4A3D-B98E4714644E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A612083-2253-7A83-7367-79DD8C0B66BA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70E1660-6106-025C-9F42-DCB3337C7347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6C72B9B-EDFD-558F-6F45-BFFC603424DC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CF32EAF-15A7-5496-9768-60B897D13CC7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E0BF391-E74A-D67D-BF19-42665602422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B91EDFBD-C17E-2C30-1446-B989BA36CF3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A0ABCCB6-72EC-8F8A-567C-D525D18C29B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27532345-4A0F-F6E4-B1A4-4DD892B28C6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A0CA9E41-B5F8-2467-ADF8-25D362EFF11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AB85D5C6-0954-5C68-1C35-D95929CF9F2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999305AA-0B60-1E6B-A8A3-817CC368FCB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34CBF597-907A-C37E-E55F-5AE53C27D13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C0CD3184-EDD7-943D-29AE-A0EDB035069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68A388AB-7771-2836-7D21-522CC597632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C4564EA4-D2F6-A533-D736-24A3F6A12F3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6" name="Freeform: Shape 71">
                <a:extLst>
                  <a:ext uri="{FF2B5EF4-FFF2-40B4-BE49-F238E27FC236}">
                    <a16:creationId xmlns:a16="http://schemas.microsoft.com/office/drawing/2014/main" id="{BEA0ACBF-C731-4A00-5FC5-68B1E6C9F5C6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74">
                <a:extLst>
                  <a:ext uri="{FF2B5EF4-FFF2-40B4-BE49-F238E27FC236}">
                    <a16:creationId xmlns:a16="http://schemas.microsoft.com/office/drawing/2014/main" id="{AC3D6DFC-02E6-5EDB-56AA-718A070C30D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1654EE93-CC9E-B09C-7FC5-27CD1497E927}"/>
                </a:ext>
              </a:extLst>
            </p:cNvPr>
            <p:cNvCxnSpPr>
              <a:cxnSpLocks/>
              <a:stCxn id="23" idx="3"/>
              <a:endCxn id="13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Date Placeholder 2">
            <a:extLst>
              <a:ext uri="{FF2B5EF4-FFF2-40B4-BE49-F238E27FC236}">
                <a16:creationId xmlns:a16="http://schemas.microsoft.com/office/drawing/2014/main" id="{700CA0E6-5418-88AE-2F2F-AF0F699E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A6086491-FCD8-4D0A-A62C-287379AC0EC7}" type="datetime4">
              <a:rPr lang="en-US" smtClean="0"/>
              <a:t>July 2, 2026</a:t>
            </a:fld>
            <a:endParaRPr lang="en-US"/>
          </a:p>
        </p:txBody>
      </p:sp>
      <p:pic>
        <p:nvPicPr>
          <p:cNvPr id="5" name="SPG Ratings Red White Small">
            <a:extLst>
              <a:ext uri="{FF2B5EF4-FFF2-40B4-BE49-F238E27FC236}">
                <a16:creationId xmlns:a16="http://schemas.microsoft.com/office/drawing/2014/main" id="{355AAD0E-0273-3FEB-2AE5-3C773A602B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37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nted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233969-EFEE-4396-B837-BF0AD16982D4}"/>
              </a:ext>
            </a:extLst>
          </p:cNvPr>
          <p:cNvSpPr/>
          <p:nvPr userDrawn="1"/>
        </p:nvSpPr>
        <p:spPr>
          <a:xfrm>
            <a:off x="226359" y="239405"/>
            <a:ext cx="11739282" cy="6379191"/>
          </a:xfrm>
          <a:prstGeom prst="rect">
            <a:avLst/>
          </a:prstGeom>
          <a:solidFill>
            <a:schemeClr val="accent4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79257-0F45-4464-B07A-E911EA2D1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[Headline] Please see footnote on the lower left for single page use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F89BF-D253-4E07-9541-4D7E8559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304F-919C-4F77-BC96-EE9550A9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396F4C-762F-4940-93E2-9AF0D55B59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7039" y="1622425"/>
            <a:ext cx="11064240" cy="4584274"/>
          </a:xfrm>
        </p:spPr>
        <p:txBody>
          <a:bodyPr/>
          <a:lstStyle>
            <a:lvl3pPr>
              <a:spcAft>
                <a:spcPts val="0"/>
              </a:spcAft>
              <a:defRPr/>
            </a:lvl3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72DE81-6D31-4EE8-846D-11667A30DC51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23200A-B639-4DFB-B52F-559F1F74B600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C32EDD-78CF-4586-BFD7-75B826A880F9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8549BC5-4805-4624-8EDF-1CC9C2197B5E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73FB12C-EBC5-4D37-9ECA-2B25D1645476}"/>
              </a:ext>
            </a:extLst>
          </p:cNvPr>
          <p:cNvSpPr/>
          <p:nvPr/>
        </p:nvSpPr>
        <p:spPr>
          <a:xfrm>
            <a:off x="450300" y="6213180"/>
            <a:ext cx="1298794" cy="641352"/>
          </a:xfrm>
          <a:custGeom>
            <a:avLst/>
            <a:gdLst>
              <a:gd name="connsiteX0" fmla="*/ 0 w 1298794"/>
              <a:gd name="connsiteY0" fmla="*/ 0 h 641352"/>
              <a:gd name="connsiteX1" fmla="*/ 1298795 w 1298794"/>
              <a:gd name="connsiteY1" fmla="*/ 0 h 641352"/>
              <a:gd name="connsiteX2" fmla="*/ 1298795 w 1298794"/>
              <a:gd name="connsiteY2" fmla="*/ 641353 h 641352"/>
              <a:gd name="connsiteX3" fmla="*/ 0 w 1298794"/>
              <a:gd name="connsiteY3" fmla="*/ 641353 h 641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8794" h="641352">
                <a:moveTo>
                  <a:pt x="0" y="0"/>
                </a:moveTo>
                <a:lnTo>
                  <a:pt x="1298795" y="0"/>
                </a:lnTo>
                <a:lnTo>
                  <a:pt x="1298795" y="641353"/>
                </a:lnTo>
                <a:lnTo>
                  <a:pt x="0" y="641353"/>
                </a:lnTo>
                <a:close/>
              </a:path>
            </a:pathLst>
          </a:custGeom>
          <a:noFill/>
          <a:ln w="1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F4FDF1-3A78-A432-B0FD-5AA0CAC64511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80C9519-F011-15EC-016D-E030DE984F54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CFF6AB9-49E2-237E-86C1-A0883784C9A9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8101934-804E-6CC9-769D-D88D8CB2B172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65F92E-DE81-B2D1-6969-AAD2D22C6F82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D747761-8A57-4D52-CEEE-40001224B9DE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05498F-734A-54E2-E592-466707BFA5E1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03FB1C8A-F567-E817-BA23-6373A0C9D5C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5B6E439-29DC-CB05-F5EA-DDB3AFC1EED5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A684100-6C73-50D6-04A1-F8CCF40A4044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E4226FF-C782-93D0-A23B-D820FE3E62F4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166A7E1-7583-F099-DDD0-89D226A7BC5E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E4EA442-FA8B-333B-2C8D-622BDF01BCD2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820711C-6C8F-18B9-AF76-B1D662E2F008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A8B5C65-0AB0-8354-B764-F15FDA048E70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D5C4CD-782C-F7E9-8A91-4B61DEB678B6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6A3131A-26EB-01CC-A0D7-33AD6C96A5D3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EA5D045-8173-14BC-AA87-92B97C657B81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605908A-E61C-1640-5743-DE5C756A01DD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43012AF-D240-2EFD-37E2-A4597910E10A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1209ABD-B4EB-159C-AA03-EE0BF9F6AA56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B4BD7BF-332D-A8E6-A287-0D59A267BABD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7BA03F40-2BD2-9E07-FB3F-F10F4716A0D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74" name="Graphic 73" descr="Close with solid fill">
                  <a:extLst>
                    <a:ext uri="{FF2B5EF4-FFF2-40B4-BE49-F238E27FC236}">
                      <a16:creationId xmlns:a16="http://schemas.microsoft.com/office/drawing/2014/main" id="{50425DDC-C036-B177-8ED2-9766ECC7DD7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5" name="Graphic 74" descr="Close with solid fill">
                  <a:extLst>
                    <a:ext uri="{FF2B5EF4-FFF2-40B4-BE49-F238E27FC236}">
                      <a16:creationId xmlns:a16="http://schemas.microsoft.com/office/drawing/2014/main" id="{DC1F1309-1EE0-5504-BA1E-A45478514A9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6" name="Graphic 75" descr="Close with solid fill">
                  <a:extLst>
                    <a:ext uri="{FF2B5EF4-FFF2-40B4-BE49-F238E27FC236}">
                      <a16:creationId xmlns:a16="http://schemas.microsoft.com/office/drawing/2014/main" id="{86C27001-D1EE-644C-4F98-EB670AE9670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7" name="Graphic 76" descr="Close with solid fill">
                  <a:extLst>
                    <a:ext uri="{FF2B5EF4-FFF2-40B4-BE49-F238E27FC236}">
                      <a16:creationId xmlns:a16="http://schemas.microsoft.com/office/drawing/2014/main" id="{41A076A2-5B66-FA1A-48BB-EAB2D0B0D92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9" name="Graphic 78" descr="Close with solid fill">
                  <a:extLst>
                    <a:ext uri="{FF2B5EF4-FFF2-40B4-BE49-F238E27FC236}">
                      <a16:creationId xmlns:a16="http://schemas.microsoft.com/office/drawing/2014/main" id="{15B79643-4571-859C-D1C3-CC72852409F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0" name="Graphic 79" descr="Close with solid fill">
                  <a:extLst>
                    <a:ext uri="{FF2B5EF4-FFF2-40B4-BE49-F238E27FC236}">
                      <a16:creationId xmlns:a16="http://schemas.microsoft.com/office/drawing/2014/main" id="{C34E9A80-4D96-DF5F-8E2F-D50F88201FF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1" name="Graphic 80" descr="Close with solid fill">
                  <a:extLst>
                    <a:ext uri="{FF2B5EF4-FFF2-40B4-BE49-F238E27FC236}">
                      <a16:creationId xmlns:a16="http://schemas.microsoft.com/office/drawing/2014/main" id="{C2F2C73C-065D-0E0B-AB12-6224E3CB193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2" name="Graphic 81" descr="Close with solid fill">
                  <a:extLst>
                    <a:ext uri="{FF2B5EF4-FFF2-40B4-BE49-F238E27FC236}">
                      <a16:creationId xmlns:a16="http://schemas.microsoft.com/office/drawing/2014/main" id="{404171B5-7AB9-54A6-F744-78CD73869DD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3" name="Graphic 82" descr="Close with solid fill">
                  <a:extLst>
                    <a:ext uri="{FF2B5EF4-FFF2-40B4-BE49-F238E27FC236}">
                      <a16:creationId xmlns:a16="http://schemas.microsoft.com/office/drawing/2014/main" id="{5689EDE0-7033-9722-11F4-696274B51EE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4" name="Graphic 83" descr="Close with solid fill">
                  <a:extLst>
                    <a:ext uri="{FF2B5EF4-FFF2-40B4-BE49-F238E27FC236}">
                      <a16:creationId xmlns:a16="http://schemas.microsoft.com/office/drawing/2014/main" id="{A0EF30A0-6080-AB53-4EF5-03A743F6CAE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26F3F2B5-F31F-EDE3-41BF-B5682C73651F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4">
                <a:extLst>
                  <a:ext uri="{FF2B5EF4-FFF2-40B4-BE49-F238E27FC236}">
                    <a16:creationId xmlns:a16="http://schemas.microsoft.com/office/drawing/2014/main" id="{9173CB19-103C-6E4C-68EE-ED22F0953BCA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E4A64EF0-85A5-946E-3BD3-71BD6DCE2F89}"/>
                </a:ext>
              </a:extLst>
            </p:cNvPr>
            <p:cNvCxnSpPr>
              <a:cxnSpLocks/>
              <a:stCxn id="59" idx="3"/>
              <a:endCxn id="53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E7C5788D-5404-7633-C43C-0B162A3D0C0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64DF5-AF91-9DE2-0245-835625334EC2}"/>
              </a:ext>
            </a:extLst>
          </p:cNvPr>
          <p:cNvSpPr/>
          <p:nvPr userDrawn="1"/>
        </p:nvSpPr>
        <p:spPr>
          <a:xfrm>
            <a:off x="-959838" y="5434329"/>
            <a:ext cx="954405" cy="1184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t"/>
          <a:lstStyle/>
          <a:p>
            <a:pPr algn="l">
              <a:lnSpc>
                <a:spcPct val="90000"/>
              </a:lnSpc>
              <a:spcBef>
                <a:spcPts val="450"/>
              </a:spcBef>
            </a:pPr>
            <a:r>
              <a:rPr lang="en-US" sz="600">
                <a:solidFill>
                  <a:srgbClr val="000000"/>
                </a:solidFill>
              </a:rPr>
              <a:t>If this slide is used as a stand-alone slide, please add the logo in all black to the slide. Hold down SHIFT and drag the logo below to the left of the first guideline. </a:t>
            </a:r>
          </a:p>
        </p:txBody>
      </p:sp>
      <p:sp>
        <p:nvSpPr>
          <p:cNvPr id="16" name="Media Placeholder 50">
            <a:extLst>
              <a:ext uri="{FF2B5EF4-FFF2-40B4-BE49-F238E27FC236}">
                <a16:creationId xmlns:a16="http://schemas.microsoft.com/office/drawing/2014/main" id="{B1E85D25-1B32-F3E6-B650-3676E2922A2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866684" y="6176348"/>
            <a:ext cx="768096" cy="36576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1995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nted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233969-EFEE-4396-B837-BF0AD16982D4}"/>
              </a:ext>
            </a:extLst>
          </p:cNvPr>
          <p:cNvSpPr/>
          <p:nvPr userDrawn="1"/>
        </p:nvSpPr>
        <p:spPr>
          <a:xfrm>
            <a:off x="226359" y="239405"/>
            <a:ext cx="11739282" cy="6379191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79257-0F45-4464-B07A-E911EA2D1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[Headline] Please see footnote on the lower left for single page use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F89BF-D253-4E07-9541-4D7E8559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304F-919C-4F77-BC96-EE9550A9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396F4C-762F-4940-93E2-9AF0D55B59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7039" y="1622425"/>
            <a:ext cx="11064240" cy="4584274"/>
          </a:xfrm>
        </p:spPr>
        <p:txBody>
          <a:bodyPr/>
          <a:lstStyle>
            <a:lvl3pPr>
              <a:spcAft>
                <a:spcPts val="0"/>
              </a:spcAft>
              <a:defRPr/>
            </a:lvl3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F32E41-AE23-4AB8-BBD3-5DDDA8822076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65E677-89F3-4B6C-872C-D692668457F3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AD7609-768B-4994-B6CF-A145B30EB2B7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DB13CB-60DC-4D5A-9D53-F9BA0EC24841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0E0151-23CB-0949-F450-203C9F241144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ABA29E4-5360-FB21-58EE-C3822CAF1701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7FFA490-222A-3D44-6B56-63F3079C4F9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C24C26-6625-6BD1-7A15-F50D73EA92A5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D5EC57A-1573-BAF5-15B6-3E8FF9A5B8DC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77168A7-FB3D-8999-CE1E-348D6A898442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CDB8CD5-B169-EF3C-BADE-B05E4B950CBE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07177F67-A2E2-96E6-D943-2E134A8C9AB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DC307C7-7E44-FBF3-21D2-24ACE038F56C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D997F22-2938-200E-4F05-EAF745CA2671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4911BA2-D03C-062E-B0E0-5B53FD22464C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DAD6DA4-60B5-1DBA-2D8C-3023B4EE710D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643BA4C-6F87-F97E-86E0-52C4669372D6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88B0880-2C75-1316-41EC-3522C3CF0FD8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9509475-D1CD-ED20-57A0-D0912946C652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BE19E9B-E197-4E09-56E0-4534D82BB29F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DC4FA08-B301-82FF-3062-25048AB717C8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75A81A1-935B-B4AD-1C40-77F2D1026144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F1EB56E-AB5B-D944-7548-2CAF564856C8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54769F0-233A-A187-6962-860303E9E02C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6F8ED2A-E777-4E91-07EC-08076A10747C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A0EB5BC-BE10-7E09-3141-771A8D174B4B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21878A6D-E97E-03B6-A131-479988C29A5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74" name="Graphic 73" descr="Close with solid fill">
                  <a:extLst>
                    <a:ext uri="{FF2B5EF4-FFF2-40B4-BE49-F238E27FC236}">
                      <a16:creationId xmlns:a16="http://schemas.microsoft.com/office/drawing/2014/main" id="{84D72FC3-C503-BC7A-1E76-FC4D999A7A4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5" name="Graphic 74" descr="Close with solid fill">
                  <a:extLst>
                    <a:ext uri="{FF2B5EF4-FFF2-40B4-BE49-F238E27FC236}">
                      <a16:creationId xmlns:a16="http://schemas.microsoft.com/office/drawing/2014/main" id="{17BE68A8-F9AD-51A0-28EA-8467FDEC1CF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6" name="Graphic 75" descr="Close with solid fill">
                  <a:extLst>
                    <a:ext uri="{FF2B5EF4-FFF2-40B4-BE49-F238E27FC236}">
                      <a16:creationId xmlns:a16="http://schemas.microsoft.com/office/drawing/2014/main" id="{E46E655F-3919-C380-F4CB-23EB7E51369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7" name="Graphic 76" descr="Close with solid fill">
                  <a:extLst>
                    <a:ext uri="{FF2B5EF4-FFF2-40B4-BE49-F238E27FC236}">
                      <a16:creationId xmlns:a16="http://schemas.microsoft.com/office/drawing/2014/main" id="{FBC15506-B2C7-BA68-4757-65DCFCB62AC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8" name="Graphic 77" descr="Close with solid fill">
                  <a:extLst>
                    <a:ext uri="{FF2B5EF4-FFF2-40B4-BE49-F238E27FC236}">
                      <a16:creationId xmlns:a16="http://schemas.microsoft.com/office/drawing/2014/main" id="{2D720DEC-73E9-F45D-0D60-9AB61A122A1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9" name="Graphic 78" descr="Close with solid fill">
                  <a:extLst>
                    <a:ext uri="{FF2B5EF4-FFF2-40B4-BE49-F238E27FC236}">
                      <a16:creationId xmlns:a16="http://schemas.microsoft.com/office/drawing/2014/main" id="{451E0420-AD9D-439E-7819-89CE3351F8D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0" name="Graphic 79" descr="Close with solid fill">
                  <a:extLst>
                    <a:ext uri="{FF2B5EF4-FFF2-40B4-BE49-F238E27FC236}">
                      <a16:creationId xmlns:a16="http://schemas.microsoft.com/office/drawing/2014/main" id="{B2B5C0D8-EDA2-53A4-0253-86CE54A8FD0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1" name="Graphic 80" descr="Close with solid fill">
                  <a:extLst>
                    <a:ext uri="{FF2B5EF4-FFF2-40B4-BE49-F238E27FC236}">
                      <a16:creationId xmlns:a16="http://schemas.microsoft.com/office/drawing/2014/main" id="{50C1459A-5C9A-BFCD-C44E-C9B3053145B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2" name="Graphic 81" descr="Close with solid fill">
                  <a:extLst>
                    <a:ext uri="{FF2B5EF4-FFF2-40B4-BE49-F238E27FC236}">
                      <a16:creationId xmlns:a16="http://schemas.microsoft.com/office/drawing/2014/main" id="{BDD74ACF-6D15-1D44-AD5C-D20C9C0902F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3" name="Graphic 82" descr="Close with solid fill">
                  <a:extLst>
                    <a:ext uri="{FF2B5EF4-FFF2-40B4-BE49-F238E27FC236}">
                      <a16:creationId xmlns:a16="http://schemas.microsoft.com/office/drawing/2014/main" id="{8A3068B9-D2BB-4673-3FC2-75F5D9BE4ED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9CCE7D2-8028-5CD5-DD89-9D72AB883BF0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4">
                <a:extLst>
                  <a:ext uri="{FF2B5EF4-FFF2-40B4-BE49-F238E27FC236}">
                    <a16:creationId xmlns:a16="http://schemas.microsoft.com/office/drawing/2014/main" id="{470F428B-562C-D12A-A04D-072B3E432A8D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23947A6C-644B-3207-3E1A-B908D169514E}"/>
                </a:ext>
              </a:extLst>
            </p:cNvPr>
            <p:cNvCxnSpPr>
              <a:cxnSpLocks/>
              <a:stCxn id="59" idx="3"/>
              <a:endCxn id="53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85E90D65-327D-294E-EFE5-CC9EF767059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05E90-F019-76D0-1D9C-285C19A219B2}"/>
              </a:ext>
            </a:extLst>
          </p:cNvPr>
          <p:cNvSpPr/>
          <p:nvPr userDrawn="1"/>
        </p:nvSpPr>
        <p:spPr>
          <a:xfrm>
            <a:off x="-959838" y="5434329"/>
            <a:ext cx="954405" cy="1184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t"/>
          <a:lstStyle/>
          <a:p>
            <a:pPr algn="l">
              <a:lnSpc>
                <a:spcPct val="90000"/>
              </a:lnSpc>
              <a:spcBef>
                <a:spcPts val="450"/>
              </a:spcBef>
            </a:pPr>
            <a:r>
              <a:rPr lang="en-US" sz="600">
                <a:solidFill>
                  <a:srgbClr val="000000"/>
                </a:solidFill>
              </a:rPr>
              <a:t>If this slide is used as a stand-alone slide, please add the logo in all black to the slide. Hold down SHIFT and drag the logo below to the left of the first guideline. </a:t>
            </a:r>
          </a:p>
        </p:txBody>
      </p:sp>
      <p:sp>
        <p:nvSpPr>
          <p:cNvPr id="18" name="Media Placeholder 50">
            <a:extLst>
              <a:ext uri="{FF2B5EF4-FFF2-40B4-BE49-F238E27FC236}">
                <a16:creationId xmlns:a16="http://schemas.microsoft.com/office/drawing/2014/main" id="{77CDE45D-9F7E-38EF-D99E-F1A58A487CE9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866684" y="6176348"/>
            <a:ext cx="768096" cy="36576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5768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nted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233969-EFEE-4396-B837-BF0AD16982D4}"/>
              </a:ext>
            </a:extLst>
          </p:cNvPr>
          <p:cNvSpPr/>
          <p:nvPr userDrawn="1"/>
        </p:nvSpPr>
        <p:spPr>
          <a:xfrm>
            <a:off x="226359" y="239405"/>
            <a:ext cx="11739282" cy="6379191"/>
          </a:xfrm>
          <a:prstGeom prst="rect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79257-0F45-4464-B07A-E911EA2D1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[Headline] Please see footnote on the lower left for single page use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F89BF-D253-4E07-9541-4D7E8559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304F-919C-4F77-BC96-EE9550A9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396F4C-762F-4940-93E2-9AF0D55B59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7039" y="1622425"/>
            <a:ext cx="11064240" cy="4584274"/>
          </a:xfrm>
        </p:spPr>
        <p:txBody>
          <a:bodyPr/>
          <a:lstStyle>
            <a:lvl3pPr>
              <a:spcAft>
                <a:spcPts val="0"/>
              </a:spcAft>
              <a:defRPr/>
            </a:lvl3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4FA31C-DB08-41B9-95E8-B1F0D8B49E0D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10B4C2-BDF4-46CD-A38B-A8C99FE4A3A5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F0FFA7-9474-4A46-98BF-EB36B213E7D7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D13EE-625C-45C3-9EC1-C1CCC8381FAD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573525-9ECB-401D-346A-15875EFC7128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0632515-3BF6-2226-8894-BA88B2C989E3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4CB402F-7839-0D2C-FC22-41D3CEFD7F98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B565673-D466-5EDA-D708-FFF7D93D9BAF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6EA8F08-F323-57CB-0D55-2C80C61FFCCA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E474FED-9DDB-7ED6-BE11-D30AB5DE7A5A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C78A55C-C6C2-5E96-313A-12D7B1A84920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1817180D-B402-E7B2-FC7E-6204B164D46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6B1EC26-1106-4E8D-2F79-EFD4DDA38636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08426EF-8B7F-B615-2857-11AE3DABC5EA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340349A-C9E2-E726-ABD5-FFD2742A016C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0EBDBAC-2EDF-0898-359B-3EC98ED77F1F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8F20A2A-FEBE-BD87-6CB3-136CA9BFD9FC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BE046E0-3355-4E1F-6BFC-30727CF5C823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D45ABC6-ADC6-131A-ACE2-5C8D49B219B9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D923FFC-6022-646C-2977-67E8B7C82442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1A824EC-5E83-B24E-BA4C-5EC3F80842C2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E411494-5A1D-55A1-00B1-5F98C6BADAEC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7326107-225F-7429-E181-6A4F3FDC0371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48296F2-5C70-1785-F3B2-4F68591F09AB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A7063D4-78B3-0CC2-D2E0-80FE45E44081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8BD57F-5543-98C0-8325-2F7C4AA7F615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535063C-A5BC-0749-7E2F-7D8D1FE506D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74" name="Graphic 73" descr="Close with solid fill">
                  <a:extLst>
                    <a:ext uri="{FF2B5EF4-FFF2-40B4-BE49-F238E27FC236}">
                      <a16:creationId xmlns:a16="http://schemas.microsoft.com/office/drawing/2014/main" id="{ECE52AD8-475B-6854-1A35-27B323EA4A9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5" name="Graphic 74" descr="Close with solid fill">
                  <a:extLst>
                    <a:ext uri="{FF2B5EF4-FFF2-40B4-BE49-F238E27FC236}">
                      <a16:creationId xmlns:a16="http://schemas.microsoft.com/office/drawing/2014/main" id="{A467FA3D-558F-A2AD-0687-D4CB05E6C9B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6" name="Graphic 75" descr="Close with solid fill">
                  <a:extLst>
                    <a:ext uri="{FF2B5EF4-FFF2-40B4-BE49-F238E27FC236}">
                      <a16:creationId xmlns:a16="http://schemas.microsoft.com/office/drawing/2014/main" id="{6E4F8767-7DEB-865F-7FA7-6D4A9BFCE94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7" name="Graphic 76" descr="Close with solid fill">
                  <a:extLst>
                    <a:ext uri="{FF2B5EF4-FFF2-40B4-BE49-F238E27FC236}">
                      <a16:creationId xmlns:a16="http://schemas.microsoft.com/office/drawing/2014/main" id="{D9A6466F-22E0-9634-B464-79CCFF1E53C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8" name="Graphic 77" descr="Close with solid fill">
                  <a:extLst>
                    <a:ext uri="{FF2B5EF4-FFF2-40B4-BE49-F238E27FC236}">
                      <a16:creationId xmlns:a16="http://schemas.microsoft.com/office/drawing/2014/main" id="{C8E3C30D-F722-3290-CCDA-8E24180EA13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79" name="Graphic 78" descr="Close with solid fill">
                  <a:extLst>
                    <a:ext uri="{FF2B5EF4-FFF2-40B4-BE49-F238E27FC236}">
                      <a16:creationId xmlns:a16="http://schemas.microsoft.com/office/drawing/2014/main" id="{B72A666E-FB9E-88B3-90EE-26214B885F1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0" name="Graphic 79" descr="Close with solid fill">
                  <a:extLst>
                    <a:ext uri="{FF2B5EF4-FFF2-40B4-BE49-F238E27FC236}">
                      <a16:creationId xmlns:a16="http://schemas.microsoft.com/office/drawing/2014/main" id="{FC8E18E2-7886-3E3F-9667-52E1CE2EF53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1" name="Graphic 80" descr="Close with solid fill">
                  <a:extLst>
                    <a:ext uri="{FF2B5EF4-FFF2-40B4-BE49-F238E27FC236}">
                      <a16:creationId xmlns:a16="http://schemas.microsoft.com/office/drawing/2014/main" id="{AEE57B45-AF2E-4302-323E-C7A0D2F64B5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2" name="Graphic 81" descr="Close with solid fill">
                  <a:extLst>
                    <a:ext uri="{FF2B5EF4-FFF2-40B4-BE49-F238E27FC236}">
                      <a16:creationId xmlns:a16="http://schemas.microsoft.com/office/drawing/2014/main" id="{6DBF5D86-7605-F0B0-74BD-1F421B737D6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3" name="Graphic 82" descr="Close with solid fill">
                  <a:extLst>
                    <a:ext uri="{FF2B5EF4-FFF2-40B4-BE49-F238E27FC236}">
                      <a16:creationId xmlns:a16="http://schemas.microsoft.com/office/drawing/2014/main" id="{E1BE41BA-BF1B-F4E8-F476-57F37716E3C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32F24D5-1323-4045-92AF-B133A2499875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4">
                <a:extLst>
                  <a:ext uri="{FF2B5EF4-FFF2-40B4-BE49-F238E27FC236}">
                    <a16:creationId xmlns:a16="http://schemas.microsoft.com/office/drawing/2014/main" id="{B240E4FC-0DFE-5B0F-1581-2AE6EF0D598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E947A5D3-FB7F-F04E-BCFD-853A04C98A27}"/>
                </a:ext>
              </a:extLst>
            </p:cNvPr>
            <p:cNvCxnSpPr>
              <a:cxnSpLocks/>
              <a:stCxn id="59" idx="3"/>
              <a:endCxn id="53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A3437717-8E2E-9CAA-7592-35054AD4CE6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E934EA-B934-31F2-EDB3-7988EC76E8FB}"/>
              </a:ext>
            </a:extLst>
          </p:cNvPr>
          <p:cNvSpPr/>
          <p:nvPr userDrawn="1"/>
        </p:nvSpPr>
        <p:spPr>
          <a:xfrm>
            <a:off x="-959838" y="5434329"/>
            <a:ext cx="954405" cy="1184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t"/>
          <a:lstStyle/>
          <a:p>
            <a:pPr algn="l">
              <a:lnSpc>
                <a:spcPct val="90000"/>
              </a:lnSpc>
              <a:spcBef>
                <a:spcPts val="450"/>
              </a:spcBef>
            </a:pPr>
            <a:r>
              <a:rPr lang="en-US" sz="600">
                <a:solidFill>
                  <a:srgbClr val="000000"/>
                </a:solidFill>
              </a:rPr>
              <a:t>If this slide is used as a stand-alone slide, please add the logo in all black to the slide. Hold down SHIFT and drag the logo below to the left of the first guideline. </a:t>
            </a:r>
          </a:p>
        </p:txBody>
      </p:sp>
      <p:sp>
        <p:nvSpPr>
          <p:cNvPr id="18" name="Media Placeholder 50">
            <a:extLst>
              <a:ext uri="{FF2B5EF4-FFF2-40B4-BE49-F238E27FC236}">
                <a16:creationId xmlns:a16="http://schemas.microsoft.com/office/drawing/2014/main" id="{1BD54D43-3613-69D9-5AD4-6F292C10BA47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866684" y="6176348"/>
            <a:ext cx="768096" cy="36576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480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      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4C3E0C-55B5-4DE0-B5B2-69464524EA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pPr algn="ctr"/>
            <a:r>
              <a:rPr lang="en-US" sz="14000" b="1">
                <a:solidFill>
                  <a:schemeClr val="tx1"/>
                </a:solidFill>
              </a:rPr>
              <a:t>ICONS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A44DCB-2B66-40CC-BFC9-D0F716E2CEF9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9A02F-97B9-4C8B-8D7B-D67097271FCA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E2388E-4B15-41C7-BF43-AC1AB7927E5F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8A86A-AB9B-43AA-8CA0-D6E9B35AD57A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24556E7-498A-428A-AE3C-16ED9A96E517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FF2A454-020D-456D-B2C2-76AAF0BD8080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A1613DD-18C6-42C3-A2DF-C9A56F4169DE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F55DA875-BCDD-4A0C-A739-83BC97DA1E3A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6107DF-8C78-4FA7-995D-868B98DAC781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641865-25B6-AF29-AE13-813494FE2FBF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7468AD5-6A5B-4FC3-0E56-D3DC500D38DB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D77F692-D900-D7CA-ACE3-BAD2394C62ED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C0EA0A-204A-F4F1-4CFA-61516F1AF60E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8508B8-27E5-8905-B267-E0CDFFC02BFC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4DF387B-1F26-7982-7B78-7CF26FA18E31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3971B6-0665-18A8-25AF-B1A4B785A189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CF3BEAC-A6BE-2E3B-4559-7774BC44C79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A1A5791-32AB-2F14-0CF8-2645BDE2BF8B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8E4A59-5804-F550-7ED5-44F9D0DDF41C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6E0D48-35FA-5122-17D1-E4ACD859E0E4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40AA676-CCC5-2619-A490-3B4B9FA8F3C8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B51B1BE-7D22-183F-D8AB-BBCBA2DCD10C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4895562-ED5A-9BBA-9DDA-0A1741CF39B0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6A4D4AB-DA1B-2500-2B42-D630A76256E7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EC1629-D4E6-C2F0-CE60-754E83452F8B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44359B3-A575-6089-BBAA-D4ED3D02C5FD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5208AD8-B46E-0043-5FFB-BCBFED23420D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A2C821B-CE66-FAFD-5580-43A29809F92A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DB2898A-BE2C-ED20-3C50-A5A55A5C6807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7A7CC7E-6B7F-B02C-8522-289B4DC21D41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9F85BAB-7442-F4CE-493D-2D032691E3F9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1704905-15A9-C38C-E1E3-B262AEA899F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3" name="Graphic 32" descr="Close with solid fill">
                  <a:extLst>
                    <a:ext uri="{FF2B5EF4-FFF2-40B4-BE49-F238E27FC236}">
                      <a16:creationId xmlns:a16="http://schemas.microsoft.com/office/drawing/2014/main" id="{9F0A1C96-ECB3-7206-426E-F85CBD0E33F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Close with solid fill">
                  <a:extLst>
                    <a:ext uri="{FF2B5EF4-FFF2-40B4-BE49-F238E27FC236}">
                      <a16:creationId xmlns:a16="http://schemas.microsoft.com/office/drawing/2014/main" id="{68C315E3-07E3-6AE3-937F-C20B31F3FD0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Close with solid fill">
                  <a:extLst>
                    <a:ext uri="{FF2B5EF4-FFF2-40B4-BE49-F238E27FC236}">
                      <a16:creationId xmlns:a16="http://schemas.microsoft.com/office/drawing/2014/main" id="{0B120C48-65AB-90A6-FD79-FCC3902CEE6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6" name="Graphic 35" descr="Close with solid fill">
                  <a:extLst>
                    <a:ext uri="{FF2B5EF4-FFF2-40B4-BE49-F238E27FC236}">
                      <a16:creationId xmlns:a16="http://schemas.microsoft.com/office/drawing/2014/main" id="{CEAEF5D5-6F5C-B4D7-67B5-CF416C8D5FB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AF14A849-F4D8-D1EC-20BD-5EDF1321ACE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FDF70710-1E66-02BA-EEA8-1C65726223A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C028D836-5F96-1E8A-1783-080F41495B0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767E76DB-838E-8B98-F6B9-55AE55B1E64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160B13DE-2D96-9795-8BA1-F2408149A73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76153D12-5B80-65D6-4ACB-6725A201F0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1" name="Freeform: Shape 71">
                <a:extLst>
                  <a:ext uri="{FF2B5EF4-FFF2-40B4-BE49-F238E27FC236}">
                    <a16:creationId xmlns:a16="http://schemas.microsoft.com/office/drawing/2014/main" id="{03890C06-4729-CD04-293B-09734AD10C70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74">
                <a:extLst>
                  <a:ext uri="{FF2B5EF4-FFF2-40B4-BE49-F238E27FC236}">
                    <a16:creationId xmlns:a16="http://schemas.microsoft.com/office/drawing/2014/main" id="{BA4563E5-07E7-2EAA-99C4-6D6AD25D6AB8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8A9D7091-0869-505C-C4A0-09A3BD067C3E}"/>
                </a:ext>
              </a:extLst>
            </p:cNvPr>
            <p:cNvCxnSpPr>
              <a:cxnSpLocks/>
              <a:stCxn id="18" idx="3"/>
              <a:endCxn id="10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7169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3 Column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Left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976" y="3321146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Subtitle Middle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9596" y="3321146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Subtitle Right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8216" y="3321146"/>
            <a:ext cx="3373611" cy="38319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Picture Placeholder Left">
            <a:extLst>
              <a:ext uri="{FF2B5EF4-FFF2-40B4-BE49-F238E27FC236}">
                <a16:creationId xmlns:a16="http://schemas.microsoft.com/office/drawing/2014/main" id="{EE4811C5-8A53-43BD-8758-631D0DA6702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0977" y="1959598"/>
            <a:ext cx="1161288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9" name="Picture Placeholder  Middle">
            <a:extLst>
              <a:ext uri="{FF2B5EF4-FFF2-40B4-BE49-F238E27FC236}">
                <a16:creationId xmlns:a16="http://schemas.microsoft.com/office/drawing/2014/main" id="{74E9CB25-CCB1-45E8-93FD-98982193B5D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09596" y="1959861"/>
            <a:ext cx="1161288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20" name="Picture Placeholder  Right">
            <a:extLst>
              <a:ext uri="{FF2B5EF4-FFF2-40B4-BE49-F238E27FC236}">
                <a16:creationId xmlns:a16="http://schemas.microsoft.com/office/drawing/2014/main" id="{FFBA88BC-581D-44A0-8366-78FD957E3F4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56785" y="1959861"/>
            <a:ext cx="1161288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A03F86-325A-426E-9FC5-0C893F0B5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49617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0A5B223F-C605-4115-BE2F-C4F94D8B0D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1CBEFA0D-AA9F-41EC-AA39-4B7ED7A544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7212" y="3849756"/>
            <a:ext cx="3374136" cy="173918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2">
            <a:extLst>
              <a:ext uri="{FF2B5EF4-FFF2-40B4-BE49-F238E27FC236}">
                <a16:creationId xmlns:a16="http://schemas.microsoft.com/office/drawing/2014/main" id="{002B21E4-5277-4096-89FA-542D582DA3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6900" y="3849756"/>
            <a:ext cx="3374136" cy="1739188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D4CDAA6E-D967-4882-9C82-04117B5FB9C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6587" y="3849756"/>
            <a:ext cx="3374136" cy="173918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00235E1-A4EC-4E89-988A-52AFEB6744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EA58D2-BBDB-4362-9160-5D5A2D975377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90E9F7B-7BE1-43A5-AA8C-D678352867B4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EA47EC-0888-49C5-842B-B58EBFE657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F73BC0-6C32-4386-8B6D-B106628A5C3E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0E86CEA-7E59-40A7-B10C-26F620B46CD4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4720E-BC5C-6DFA-18ED-B4CAED9753DB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13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3 Column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Left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3301" y="1958818"/>
            <a:ext cx="8088528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2" name="Subtitle Middle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43301" y="3396613"/>
            <a:ext cx="8088528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4" name="Subtitle Right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3301" y="4839819"/>
            <a:ext cx="8088528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7" name="Picture Placeholder Left">
            <a:extLst>
              <a:ext uri="{FF2B5EF4-FFF2-40B4-BE49-F238E27FC236}">
                <a16:creationId xmlns:a16="http://schemas.microsoft.com/office/drawing/2014/main" id="{EE4811C5-8A53-43BD-8758-631D0DA6702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531688" y="1953408"/>
            <a:ext cx="850392" cy="8503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9" name="Picture Placeholder  Middle">
            <a:extLst>
              <a:ext uri="{FF2B5EF4-FFF2-40B4-BE49-F238E27FC236}">
                <a16:creationId xmlns:a16="http://schemas.microsoft.com/office/drawing/2014/main" id="{74E9CB25-CCB1-45E8-93FD-98982193B5D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531688" y="3396613"/>
            <a:ext cx="850392" cy="8503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20" name="Picture Placeholder  Right">
            <a:extLst>
              <a:ext uri="{FF2B5EF4-FFF2-40B4-BE49-F238E27FC236}">
                <a16:creationId xmlns:a16="http://schemas.microsoft.com/office/drawing/2014/main" id="{FFBA88BC-581D-44A0-8366-78FD957E3F4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529510" y="4839819"/>
            <a:ext cx="850392" cy="8503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BBB53B-3527-4A3E-A5BB-F5E5B67F0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48932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1EA49DD4-28E5-4849-9C4D-AC342BF2CF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41C011CA-5E4C-4675-8428-A4C4BEE616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3301" y="2267823"/>
            <a:ext cx="8088527" cy="9280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2">
            <a:extLst>
              <a:ext uri="{FF2B5EF4-FFF2-40B4-BE49-F238E27FC236}">
                <a16:creationId xmlns:a16="http://schemas.microsoft.com/office/drawing/2014/main" id="{1AB236A3-5B03-4D1A-9A80-7D0DCACD6E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301" y="3706746"/>
            <a:ext cx="8088527" cy="92803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2848112-E7F0-4D33-BA96-6A70FAF33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3301" y="5158963"/>
            <a:ext cx="8088527" cy="9280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F568A52-F1F3-4E3C-94E6-92E30A38D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B2EC18-CF23-4A23-B367-581D770B4F98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54077C3-9F6C-4215-B70B-431916D54E9E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A52B929-6421-4761-B202-A57B4EBA12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AC4F845-EAE5-4A23-A7C5-4E190A67CDBF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4872BB-5274-4548-9EF3-48FCED313488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B2861-64D6-FDE5-0074-EA4B7690E64A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8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4 Colum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Middle Top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28507" y="2788002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Subtitle Middle Bottom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8507" y="4011045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Subtitle Bottom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1228" y="5234089"/>
            <a:ext cx="370060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Picture Placeholder Middle Top">
            <a:extLst>
              <a:ext uri="{FF2B5EF4-FFF2-40B4-BE49-F238E27FC236}">
                <a16:creationId xmlns:a16="http://schemas.microsoft.com/office/drawing/2014/main" id="{EE4811C5-8A53-43BD-8758-631D0DA6702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11555" y="2788002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9" name="Picture Placeholder  Middle Bottom">
            <a:extLst>
              <a:ext uri="{FF2B5EF4-FFF2-40B4-BE49-F238E27FC236}">
                <a16:creationId xmlns:a16="http://schemas.microsoft.com/office/drawing/2014/main" id="{74E9CB25-CCB1-45E8-93FD-98982193B5D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11555" y="401104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20" name="Picture Placeholder  Bottom">
            <a:extLst>
              <a:ext uri="{FF2B5EF4-FFF2-40B4-BE49-F238E27FC236}">
                <a16:creationId xmlns:a16="http://schemas.microsoft.com/office/drawing/2014/main" id="{FFBA88BC-581D-44A0-8366-78FD957E3F4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09378" y="5234089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7" name="Subtitle Top">
            <a:extLst>
              <a:ext uri="{FF2B5EF4-FFF2-40B4-BE49-F238E27FC236}">
                <a16:creationId xmlns:a16="http://schemas.microsoft.com/office/drawing/2014/main" id="{5B7C905F-BC05-4395-B5CE-1BD93FF9FF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28507" y="1570369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2" name="Picture Placeholder Top">
            <a:extLst>
              <a:ext uri="{FF2B5EF4-FFF2-40B4-BE49-F238E27FC236}">
                <a16:creationId xmlns:a16="http://schemas.microsoft.com/office/drawing/2014/main" id="{60D6C90E-DF65-4EB1-B7A0-570C08F1AA2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611555" y="1564959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23C681-1494-4F7B-84EB-323D32363D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48932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3" name="Subtitle">
            <a:extLst>
              <a:ext uri="{FF2B5EF4-FFF2-40B4-BE49-F238E27FC236}">
                <a16:creationId xmlns:a16="http://schemas.microsoft.com/office/drawing/2014/main" id="{5269F756-36C3-4378-BB35-C98BBDF8B9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B703467C-C8D9-42B1-8A23-41FBE3F8DD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7039" y="1955800"/>
            <a:ext cx="5008562" cy="4253576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6CE9A5-1EBE-4621-8BA5-AA6C36FB5AA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29777" y="1901826"/>
            <a:ext cx="3702050" cy="64008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B71C853-D31A-4FE2-A3F4-52EF33BB7D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29777" y="3121025"/>
            <a:ext cx="3702050" cy="64008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BB7F8EA-801E-49A7-8B26-28A6618F1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1365" y="4345333"/>
            <a:ext cx="3700462" cy="64008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CAECFBE-8C5B-4F58-B0BE-FC92E55F22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20252" y="5569296"/>
            <a:ext cx="3711575" cy="64008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8F1645D-E649-4CCA-A7B1-0A38FE8ACC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5015584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36564A-10D3-464D-AFC2-90A9652124B9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532385-C9F0-4CCE-B850-6E89396806EC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24C4543-1B8D-4A02-A1F9-19CC997EB8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C92C11F-C54C-408D-A4A3-D9EE7B86C179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2EC0B6-0C88-4ADC-B622-0533E5235615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479EB5-E6A7-9A42-F8A8-C49AB3E88B96}"/>
              </a:ext>
            </a:extLst>
          </p:cNvPr>
          <p:cNvSpPr>
            <a:spLocks noGrp="1"/>
          </p:cNvSpPr>
          <p:nvPr>
            <p:ph type="dt" sz="half" idx="33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4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2 x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Left Top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7357" y="2627822"/>
            <a:ext cx="3841175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Subtitle Left Bottom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6990" y="4315671"/>
            <a:ext cx="3841175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Subtitle Right Top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00491" y="2622870"/>
            <a:ext cx="3831336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Picture Placeholder Left Top">
            <a:extLst>
              <a:ext uri="{FF2B5EF4-FFF2-40B4-BE49-F238E27FC236}">
                <a16:creationId xmlns:a16="http://schemas.microsoft.com/office/drawing/2014/main" id="{EE4811C5-8A53-43BD-8758-631D0DA6702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7039" y="2622411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9" name="Picture Placeholder  Left Bottom">
            <a:extLst>
              <a:ext uri="{FF2B5EF4-FFF2-40B4-BE49-F238E27FC236}">
                <a16:creationId xmlns:a16="http://schemas.microsoft.com/office/drawing/2014/main" id="{74E9CB25-CCB1-45E8-93FD-98982193B5D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7039" y="430035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20" name="Picture Placeholder  Right Top">
            <a:extLst>
              <a:ext uri="{FF2B5EF4-FFF2-40B4-BE49-F238E27FC236}">
                <a16:creationId xmlns:a16="http://schemas.microsoft.com/office/drawing/2014/main" id="{FFBA88BC-581D-44A0-8366-78FD957E3F4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10614" y="2622868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8" name="Subtitle Right Bottom">
            <a:extLst>
              <a:ext uri="{FF2B5EF4-FFF2-40B4-BE49-F238E27FC236}">
                <a16:creationId xmlns:a16="http://schemas.microsoft.com/office/drawing/2014/main" id="{48492227-B5B3-481A-B3FF-29B58418F3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0491" y="4300356"/>
            <a:ext cx="3831336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2" name="Picture Placeholder  Right Bottom">
            <a:extLst>
              <a:ext uri="{FF2B5EF4-FFF2-40B4-BE49-F238E27FC236}">
                <a16:creationId xmlns:a16="http://schemas.microsoft.com/office/drawing/2014/main" id="{69CBDF09-485D-4CCF-AFB2-375A0E84346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610614" y="430035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9BB004-440E-4E63-BA39-D1ED22635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2B81222A-AD44-419D-AE7D-FC16877A7C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240338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5E6230F-1C56-461B-9B88-11AB915831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3982" y="2972154"/>
            <a:ext cx="3831317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A7B42EF-1BE9-449C-8477-432DE29015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43982" y="4682853"/>
            <a:ext cx="3831317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533C9495-BA5F-49D6-BA30-585F3B84D9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00491" y="2993949"/>
            <a:ext cx="3831336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BBF21A-DAE9-4522-87F3-D7D3D9057A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0491" y="4682853"/>
            <a:ext cx="3831336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06BE881-5974-48A9-8985-A2E692CD30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1789298"/>
            <a:ext cx="11064788" cy="67665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statement]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36E68001-A0D1-4115-B78E-9C9FED3321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7039" y="5729019"/>
            <a:ext cx="11060912" cy="483394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59CB36-047A-412C-B74C-B41652A71EBD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399432-DBD4-42C0-8379-85A4BD431080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841ABFA-4D7E-4DBA-9F3E-65CB77310E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B52848-2D3B-4097-A6D9-E28D3C89340F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50850A-0FEE-49F7-B273-EB6D92F50F8F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43540-5CB9-2E23-3906-E13C497BA12A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1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2 x 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37AF9AF-AE54-4466-B610-23FEA107CD2A}"/>
              </a:ext>
            </a:extLst>
          </p:cNvPr>
          <p:cNvSpPr/>
          <p:nvPr userDrawn="1"/>
        </p:nvSpPr>
        <p:spPr>
          <a:xfrm>
            <a:off x="0" y="0"/>
            <a:ext cx="12192000" cy="1490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E4B3DF4C-61D8-402C-B483-3673112881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Left Top">
            <a:extLst>
              <a:ext uri="{FF2B5EF4-FFF2-40B4-BE49-F238E27FC236}">
                <a16:creationId xmlns:a16="http://schemas.microsoft.com/office/drawing/2014/main" id="{07E51DF6-5287-4AD2-AA12-416779C1FC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7357" y="2627822"/>
            <a:ext cx="3841175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Subtitle Left Bottom">
            <a:extLst>
              <a:ext uri="{FF2B5EF4-FFF2-40B4-BE49-F238E27FC236}">
                <a16:creationId xmlns:a16="http://schemas.microsoft.com/office/drawing/2014/main" id="{EAFBAFFF-2353-45BA-9DB7-107F32B6D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6990" y="4315671"/>
            <a:ext cx="3841175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4" name="Subtitle Right Top">
            <a:extLst>
              <a:ext uri="{FF2B5EF4-FFF2-40B4-BE49-F238E27FC236}">
                <a16:creationId xmlns:a16="http://schemas.microsoft.com/office/drawing/2014/main" id="{8BDAF52F-A15B-4CDD-8319-A23191DE4E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00491" y="2622869"/>
            <a:ext cx="3831336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Picture Placeholder Left Top">
            <a:extLst>
              <a:ext uri="{FF2B5EF4-FFF2-40B4-BE49-F238E27FC236}">
                <a16:creationId xmlns:a16="http://schemas.microsoft.com/office/drawing/2014/main" id="{EE4811C5-8A53-43BD-8758-631D0DA6702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7039" y="2622411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9" name="Picture Placeholder  Left Bottom">
            <a:extLst>
              <a:ext uri="{FF2B5EF4-FFF2-40B4-BE49-F238E27FC236}">
                <a16:creationId xmlns:a16="http://schemas.microsoft.com/office/drawing/2014/main" id="{74E9CB25-CCB1-45E8-93FD-98982193B5D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7039" y="430035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20" name="Picture Placeholder  Right Top">
            <a:extLst>
              <a:ext uri="{FF2B5EF4-FFF2-40B4-BE49-F238E27FC236}">
                <a16:creationId xmlns:a16="http://schemas.microsoft.com/office/drawing/2014/main" id="{FFBA88BC-581D-44A0-8366-78FD957E3F4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10614" y="2622868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18" name="Subtitle Right Bottom">
            <a:extLst>
              <a:ext uri="{FF2B5EF4-FFF2-40B4-BE49-F238E27FC236}">
                <a16:creationId xmlns:a16="http://schemas.microsoft.com/office/drawing/2014/main" id="{48492227-B5B3-481A-B3FF-29B58418F3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0491" y="4300355"/>
            <a:ext cx="3831336" cy="267545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2" name="Picture Placeholder  Right Bottom">
            <a:extLst>
              <a:ext uri="{FF2B5EF4-FFF2-40B4-BE49-F238E27FC236}">
                <a16:creationId xmlns:a16="http://schemas.microsoft.com/office/drawing/2014/main" id="{69CBDF09-485D-4CCF-AFB2-375A0E84346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610614" y="430035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E688C92-32C1-4BDA-933F-26BEEA3B91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1789297"/>
            <a:ext cx="11064788" cy="67665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statement]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9BB004-440E-4E63-BA39-D1ED22635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5E6230F-1C56-461B-9B88-11AB915831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3982" y="2972154"/>
            <a:ext cx="3831317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A7B42EF-1BE9-449C-8477-432DE29015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43982" y="4682853"/>
            <a:ext cx="3831317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533C9495-BA5F-49D6-BA30-585F3B84D9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00491" y="2993948"/>
            <a:ext cx="3831336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BBF21A-DAE9-4522-87F3-D7D3D9057A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0491" y="4682853"/>
            <a:ext cx="3831336" cy="101151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189A4B1-3C74-4341-8CCF-FAB46B8FF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7039" y="5726336"/>
            <a:ext cx="11060912" cy="484632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8CD53F-D468-4865-91A6-6636DFEF5712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BE088A-456C-4BB3-9DFE-4F716887DAA1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B1E3F54-53F0-4C92-A1A8-4E9DE995F8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7B9344B-4B4C-430D-92E8-96AB28EAE1CA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640F60-93BF-419C-9055-8EC4D42BC9FA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A1E87-D4E9-C230-AABE-BFA30B3DE93A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09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4 Columns + Conten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4D84AF-B6CE-4BB9-854B-27E48F8F7377}"/>
              </a:ext>
            </a:extLst>
          </p:cNvPr>
          <p:cNvSpPr/>
          <p:nvPr userDrawn="1"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74F4235-756E-4117-B6BD-91ECC40FD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5010912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B0EFD4BD-0236-454C-986D-1FECD229FF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8" y="105823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F1CD9F6-94CC-49D5-87F9-50644ECBDCE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7213" y="1955800"/>
            <a:ext cx="5008562" cy="4256613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ubtitle Middle Top">
            <a:extLst>
              <a:ext uri="{FF2B5EF4-FFF2-40B4-BE49-F238E27FC236}">
                <a16:creationId xmlns:a16="http://schemas.microsoft.com/office/drawing/2014/main" id="{4C51330F-F83F-4512-B15A-0213A8D4D6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2272" y="2529588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9" name="Subtitle Middle Bottom">
            <a:extLst>
              <a:ext uri="{FF2B5EF4-FFF2-40B4-BE49-F238E27FC236}">
                <a16:creationId xmlns:a16="http://schemas.microsoft.com/office/drawing/2014/main" id="{C8C1598A-CC41-4629-866D-EA5200A15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32272" y="3752631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0" name="Subtitle Bottom">
            <a:extLst>
              <a:ext uri="{FF2B5EF4-FFF2-40B4-BE49-F238E27FC236}">
                <a16:creationId xmlns:a16="http://schemas.microsoft.com/office/drawing/2014/main" id="{9D4A1F19-60F0-477D-9323-0DEC2061BF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2272" y="4975675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2" name="Picture Placeholder Middle Top">
            <a:extLst>
              <a:ext uri="{FF2B5EF4-FFF2-40B4-BE49-F238E27FC236}">
                <a16:creationId xmlns:a16="http://schemas.microsoft.com/office/drawing/2014/main" id="{7E897E7D-4773-46B2-8B57-11CEE3CF5B3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11555" y="2529588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3" name="Picture Placeholder  Middle Bottom">
            <a:extLst>
              <a:ext uri="{FF2B5EF4-FFF2-40B4-BE49-F238E27FC236}">
                <a16:creationId xmlns:a16="http://schemas.microsoft.com/office/drawing/2014/main" id="{B98F9FF1-312A-4492-BDDD-ED90116F289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11555" y="3752631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4" name="Picture Placeholder  Bottom">
            <a:extLst>
              <a:ext uri="{FF2B5EF4-FFF2-40B4-BE49-F238E27FC236}">
                <a16:creationId xmlns:a16="http://schemas.microsoft.com/office/drawing/2014/main" id="{359F4181-72B0-4010-AF8F-9C86B965AFF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09378" y="497567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5" name="Subtitle Top">
            <a:extLst>
              <a:ext uri="{FF2B5EF4-FFF2-40B4-BE49-F238E27FC236}">
                <a16:creationId xmlns:a16="http://schemas.microsoft.com/office/drawing/2014/main" id="{14364ABF-6033-4505-8662-648F981E6E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2272" y="1311955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6" name="Picture Placeholder Top">
            <a:extLst>
              <a:ext uri="{FF2B5EF4-FFF2-40B4-BE49-F238E27FC236}">
                <a16:creationId xmlns:a16="http://schemas.microsoft.com/office/drawing/2014/main" id="{9D94F169-0DD8-4D69-B5C5-BFE273C7CA8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611555" y="130654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8B249ADB-FB00-4DC8-86BA-C4A019138D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2272" y="1643412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C9E64A6E-E4C5-45D3-8C11-ACE7DD3FD2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2272" y="2862611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7855A7B4-CD7B-4EF9-A196-22FC422B2D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2272" y="4086919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354437EA-2FB4-49BC-B725-FC888BC72A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2272" y="5310882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0448338-4063-435A-A203-856E6EEDAD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500856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5E401E-E175-46B4-B38C-3BE87EF1488E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8FD67ED-3C56-4D97-B3C0-AB7A48DEB972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DC139D3-D930-4E14-9BB2-7D930A24E0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86E295-5034-4CDE-9980-AC98287E9A35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A26EF1-45D2-4918-AF48-B5F37199F715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E9D7E-19AE-718D-6A89-93D9D560C215}"/>
              </a:ext>
            </a:extLst>
          </p:cNvPr>
          <p:cNvSpPr>
            <a:spLocks noGrp="1"/>
          </p:cNvSpPr>
          <p:nvPr>
            <p:ph type="dt" sz="half" idx="33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8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4 Columns + Conten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4D84AF-B6CE-4BB9-854B-27E48F8F7377}"/>
              </a:ext>
            </a:extLst>
          </p:cNvPr>
          <p:cNvSpPr/>
          <p:nvPr userDrawn="1"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3F69D6C-C0E1-4CEA-B661-CB08F30D9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5010912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FF56B26C-4789-432C-A84C-D38182866E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07402B8-B31B-48CC-942C-99B8F022C6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57212" y="1955800"/>
            <a:ext cx="5010912" cy="4243388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ubtitle Middle Top">
            <a:extLst>
              <a:ext uri="{FF2B5EF4-FFF2-40B4-BE49-F238E27FC236}">
                <a16:creationId xmlns:a16="http://schemas.microsoft.com/office/drawing/2014/main" id="{B191154A-6D62-4537-B8C3-E17A29CEC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28799" y="2529588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9" name="Subtitle Middle Bottom">
            <a:extLst>
              <a:ext uri="{FF2B5EF4-FFF2-40B4-BE49-F238E27FC236}">
                <a16:creationId xmlns:a16="http://schemas.microsoft.com/office/drawing/2014/main" id="{EFB4A26A-ACB4-4792-B582-D79775A9B0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8799" y="3752631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0" name="Subtitle Bottom">
            <a:extLst>
              <a:ext uri="{FF2B5EF4-FFF2-40B4-BE49-F238E27FC236}">
                <a16:creationId xmlns:a16="http://schemas.microsoft.com/office/drawing/2014/main" id="{52A8F4DB-AFDE-481B-8195-1DACA708A2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28799" y="4975675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1" name="Picture Placeholder Middle Top">
            <a:extLst>
              <a:ext uri="{FF2B5EF4-FFF2-40B4-BE49-F238E27FC236}">
                <a16:creationId xmlns:a16="http://schemas.microsoft.com/office/drawing/2014/main" id="{BBDECCA4-C486-4DC1-A844-AB2008D0431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11555" y="2529588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2" name="Picture Placeholder  Middle Bottom">
            <a:extLst>
              <a:ext uri="{FF2B5EF4-FFF2-40B4-BE49-F238E27FC236}">
                <a16:creationId xmlns:a16="http://schemas.microsoft.com/office/drawing/2014/main" id="{DBD432B8-C319-4395-8691-854958FCB59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11555" y="3752631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3" name="Picture Placeholder  Bottom">
            <a:extLst>
              <a:ext uri="{FF2B5EF4-FFF2-40B4-BE49-F238E27FC236}">
                <a16:creationId xmlns:a16="http://schemas.microsoft.com/office/drawing/2014/main" id="{49549B62-D83B-4EC5-9D78-7415B53963E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09378" y="497567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4" name="Subtitle Top">
            <a:extLst>
              <a:ext uri="{FF2B5EF4-FFF2-40B4-BE49-F238E27FC236}">
                <a16:creationId xmlns:a16="http://schemas.microsoft.com/office/drawing/2014/main" id="{62EDF2B7-966E-4392-82B6-0014FB3E1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28799" y="1311955"/>
            <a:ext cx="3703320" cy="267545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5" name="Picture Placeholder Top">
            <a:extLst>
              <a:ext uri="{FF2B5EF4-FFF2-40B4-BE49-F238E27FC236}">
                <a16:creationId xmlns:a16="http://schemas.microsoft.com/office/drawing/2014/main" id="{F807A99E-6B83-4A4E-83C7-478C90866A5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611555" y="1306545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[Image] or remove and place icon here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69288928-F631-4B9F-AC75-C3EE1CCF69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28799" y="1643412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2CFAF5D3-B82C-472D-9C90-636CAC3320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28799" y="2862611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1B5DAEBF-D381-427F-9FBB-4FD0D91BCD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28799" y="4086919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4B2C03EE-EBE4-4248-99DB-1391D20714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28799" y="5310882"/>
            <a:ext cx="3703320" cy="64008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44371BD4-91C5-4160-A2C1-4F7AE3421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501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A3E3EF-EAC0-43C6-89CE-A2CE2FC832DC}"/>
              </a:ext>
            </a:extLst>
          </p:cNvPr>
          <p:cNvGrpSpPr/>
          <p:nvPr userDrawn="1"/>
        </p:nvGrpSpPr>
        <p:grpSpPr>
          <a:xfrm>
            <a:off x="12262441" y="4218015"/>
            <a:ext cx="1272540" cy="1049582"/>
            <a:chOff x="12262441" y="4218015"/>
            <a:chExt cx="1272540" cy="104958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841117-D919-49F5-BE2F-E3478E0B118A}"/>
                </a:ext>
              </a:extLst>
            </p:cNvPr>
            <p:cNvSpPr/>
            <p:nvPr userDrawn="1"/>
          </p:nvSpPr>
          <p:spPr>
            <a:xfrm>
              <a:off x="12262441" y="4218015"/>
              <a:ext cx="1272540" cy="1049582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800">
                  <a:solidFill>
                    <a:srgbClr val="000000"/>
                  </a:solidFill>
                </a:rPr>
                <a:t>Image placeholders indicate where an icon can be manually placed. 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F45C005-A30B-4ADE-81B3-CC6D9A09B3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18081" y="4652913"/>
              <a:ext cx="468371" cy="461415"/>
            </a:xfrm>
            <a:prstGeom prst="rect">
              <a:avLst/>
            </a:prstGeom>
          </p:spPr>
        </p:pic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C9F06C4-D69F-41A7-8421-5E1F7C3980F0}"/>
                </a:ext>
              </a:extLst>
            </p:cNvPr>
            <p:cNvCxnSpPr/>
            <p:nvPr userDrawn="1"/>
          </p:nvCxnSpPr>
          <p:spPr>
            <a:xfrm>
              <a:off x="12807984" y="4877596"/>
              <a:ext cx="1585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BBEA4BB-8FD5-4BFE-88E8-95378FFDFE83}"/>
                </a:ext>
              </a:extLst>
            </p:cNvPr>
            <p:cNvSpPr txBox="1"/>
            <p:nvPr userDrawn="1"/>
          </p:nvSpPr>
          <p:spPr>
            <a:xfrm>
              <a:off x="13006282" y="4646076"/>
              <a:ext cx="515414" cy="4847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</a:rPr>
                <a:t>Remove placeholder and place an icon in its place.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DFDCF-89DB-5251-F844-0DB29371D8DC}"/>
              </a:ext>
            </a:extLst>
          </p:cNvPr>
          <p:cNvSpPr>
            <a:spLocks noGrp="1"/>
          </p:cNvSpPr>
          <p:nvPr>
            <p:ph type="dt" sz="half" idx="33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1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 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4C3E0C-55B5-4DE0-B5B2-69464524EA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pPr algn="ctr"/>
            <a:r>
              <a:rPr lang="en-US" sz="14000" b="1">
                <a:solidFill>
                  <a:schemeClr val="tx1"/>
                </a:solidFill>
              </a:rPr>
              <a:t>CHARTS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D3E18C-9605-4081-A33F-C38AEB401F20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A2E46E-888E-4B33-A263-D2E91E73F656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B85F6F-B9EA-48F9-B67A-CE852A224039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2D5A3E-9164-4B0E-881B-40A2443EBF5B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B40A5C0-4A85-4F51-BC72-E0C873648073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0125387-254C-46B8-8BCD-4BB6EDABCF72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4245FEE-8B98-4AE8-B16E-DC8B44BB8B03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2AF2D69E-9896-46AF-B91E-8570DC0DA261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E55B7D-1F8C-4D9C-9DEE-A2B8356B0C43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05BF6E-4CC4-8462-64CA-803D45CF38B7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9124B5F-592C-7C71-7D33-542A86A65E62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C2FBBD-24D4-7F75-D192-F92F153D4A03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A76123-19F6-5FD4-E920-12B09377C4ED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867D01-2EC8-A2E3-CC62-E1A00EBA0BEE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FBBC67B-CC86-66B1-6486-BC23E02A8F2D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E09F4D-1968-6DA2-3CE6-68D08089D54D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9824049-7DFC-900F-7AD9-BD169FF6289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DCA3E0-B281-7D07-AF12-E58CE948E55D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3D23804-5C24-57B0-6373-BC13721DDC72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257BF27-D520-172E-9ECD-4B352E748A0C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45EA35F-BAF6-0059-1CA5-044A27CF8D9A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73AE367-C4F9-2728-FA55-AE40C58C2CBC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3BBD22-64C3-0AD0-CE5E-6643D4780BC5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D05E779-F842-DE48-0F11-F73791EBC35A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0327327-D9E9-7C14-9978-E24351E69A0F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5FC42CB-FB3B-0F7C-8EB3-45F208AA32E0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658871-276B-2FE8-54EE-A5037CB56518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C3DAEC7-C97B-17E6-5126-FF14E318538D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82ECB92-80A5-A7E9-9BBB-8FBD0AA3E6F3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131C8E0-DAE7-B73D-73EA-8378CBDD40F4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F8C67D2-2797-3AD7-62F8-01ABFC851ED1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4490F00-3C8A-D1E4-50A8-4F76CDB7641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3" name="Graphic 32" descr="Close with solid fill">
                  <a:extLst>
                    <a:ext uri="{FF2B5EF4-FFF2-40B4-BE49-F238E27FC236}">
                      <a16:creationId xmlns:a16="http://schemas.microsoft.com/office/drawing/2014/main" id="{7987A0E2-F68A-56DE-3E1C-579C73FB160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Close with solid fill">
                  <a:extLst>
                    <a:ext uri="{FF2B5EF4-FFF2-40B4-BE49-F238E27FC236}">
                      <a16:creationId xmlns:a16="http://schemas.microsoft.com/office/drawing/2014/main" id="{6D45426B-EAFF-6A60-BC50-23A9BF9023F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Close with solid fill">
                  <a:extLst>
                    <a:ext uri="{FF2B5EF4-FFF2-40B4-BE49-F238E27FC236}">
                      <a16:creationId xmlns:a16="http://schemas.microsoft.com/office/drawing/2014/main" id="{F690EA49-0899-1EE1-F88E-8C74691A4C8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6" name="Graphic 35" descr="Close with solid fill">
                  <a:extLst>
                    <a:ext uri="{FF2B5EF4-FFF2-40B4-BE49-F238E27FC236}">
                      <a16:creationId xmlns:a16="http://schemas.microsoft.com/office/drawing/2014/main" id="{A29F7655-CDB5-B6AC-EA37-2AFABA4EE67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AB00D89E-BD5E-EDE8-5FC0-5CEE432F253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EA313D76-5959-BD18-3CFE-95673B8A4D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B89F4B7D-D3F7-315F-5413-3A7502DB16A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26E5B2DF-9E20-9822-BE76-A35141B72F4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1B8F96D1-93CB-01DD-7C06-B1A0A0DF866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F12D2032-4FD2-D7DF-7665-75DD057FFE2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1" name="Freeform: Shape 71">
                <a:extLst>
                  <a:ext uri="{FF2B5EF4-FFF2-40B4-BE49-F238E27FC236}">
                    <a16:creationId xmlns:a16="http://schemas.microsoft.com/office/drawing/2014/main" id="{30AB753D-3372-EB72-0879-76FEBF20885E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74">
                <a:extLst>
                  <a:ext uri="{FF2B5EF4-FFF2-40B4-BE49-F238E27FC236}">
                    <a16:creationId xmlns:a16="http://schemas.microsoft.com/office/drawing/2014/main" id="{3A06A440-910A-0FF2-2A3C-2EA76EF9D627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2548D293-C62E-1690-BD5E-CAE0419C3299}"/>
                </a:ext>
              </a:extLst>
            </p:cNvPr>
            <p:cNvCxnSpPr>
              <a:cxnSpLocks/>
              <a:stCxn id="18" idx="3"/>
              <a:endCxn id="10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81145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E326A6-F7D4-4F94-95F3-CF160EF77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5010912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CC8B6AEB-2296-4549-87D0-49F08B4C71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5010912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57CDD6C3-53CF-450B-8B7B-8A52F71753C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07174" y="658358"/>
            <a:ext cx="5027613" cy="554717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[Click respective icon to insert CHART or TABLE </a:t>
            </a:r>
            <a:br>
              <a:rPr lang="en-US"/>
            </a:br>
            <a:r>
              <a:rPr lang="en-US"/>
              <a:t>– not text]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A9980B-9E8C-48EE-BD53-C3492F26F2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6738" y="1955800"/>
            <a:ext cx="5008562" cy="4268788"/>
          </a:xfrm>
        </p:spPr>
        <p:txBody>
          <a:bodyPr/>
          <a:lstStyle/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52FB4F1E-E497-4D79-93C7-386C37A7B0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C98A8-BAE9-C7A0-353F-ADAC1D458DD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1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EF78FE-55F0-47B3-AE87-B3FBB8E2789A}"/>
              </a:ext>
            </a:extLst>
          </p:cNvPr>
          <p:cNvSpPr/>
          <p:nvPr userDrawn="1"/>
        </p:nvSpPr>
        <p:spPr>
          <a:xfrm>
            <a:off x="0" y="0"/>
            <a:ext cx="12192000" cy="1490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70F92-8761-4DFC-80DC-CAD3932D1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8" y="1963270"/>
            <a:ext cx="11067750" cy="51988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2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chart description]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1224C6-E79E-4B9A-9D01-EC6502019D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7039" y="2619375"/>
            <a:ext cx="11077575" cy="3579813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[Click respective icon to add CHART or TABLE – not text]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562D629-70CF-4A6E-823A-4CE780E7E6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BAE47-8288-CD3B-3AE7-E5970C9CF4B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85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 userDrawn="1">
          <p15:clr>
            <a:srgbClr val="FBAE40"/>
          </p15:clr>
        </p15:guide>
        <p15:guide id="2" orient="horz" pos="123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-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70F92-8761-4DFC-80DC-CAD3932D1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8" y="1620371"/>
            <a:ext cx="11067750" cy="846919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statement]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1224C6-E79E-4B9A-9D01-EC6502019D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7038" y="2619376"/>
            <a:ext cx="11067749" cy="3580266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[Click respective icon to add CHART or TABLE - text]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D43AD57-E17D-466E-83DC-D87227B6E10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6EBF3C5-CB54-4922-B264-70AF19B8E47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FDDBD480-B1AF-4EEE-8DD4-F0B03CCCA0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BC98D54-6328-6F7C-1F92-B9F54D213797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2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8" userDrawn="1">
          <p15:clr>
            <a:srgbClr val="FBAE40"/>
          </p15:clr>
        </p15:guide>
        <p15:guide id="2" orient="horz" pos="1021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EF78FE-55F0-47B3-AE87-B3FBB8E2789A}"/>
              </a:ext>
            </a:extLst>
          </p:cNvPr>
          <p:cNvSpPr/>
          <p:nvPr userDrawn="1"/>
        </p:nvSpPr>
        <p:spPr>
          <a:xfrm>
            <a:off x="0" y="0"/>
            <a:ext cx="12192000" cy="1490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1224C6-E79E-4B9A-9D01-EC6502019D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7039" y="2619375"/>
            <a:ext cx="5018087" cy="3580267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[Click respective icon to add CHART or TABLE </a:t>
            </a:r>
            <a:br>
              <a:rPr lang="en-US"/>
            </a:br>
            <a:r>
              <a:rPr lang="en-US"/>
              <a:t>– not text]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FA85A4-463C-4B14-BE65-A31A117ABF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738" y="1620371"/>
            <a:ext cx="5008562" cy="86017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D7469F-53F4-4AF0-A09F-A916E41A1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7175" y="1626514"/>
            <a:ext cx="5024438" cy="86017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9ADCA5E-1AD1-499E-B9EF-61B9559227B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607175" y="2631019"/>
            <a:ext cx="5027613" cy="3574520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169863" indent="0" algn="ctr">
              <a:buNone/>
              <a:defRPr/>
            </a:lvl2pPr>
            <a:lvl3pPr marL="341312" indent="0" algn="ctr">
              <a:buNone/>
              <a:defRPr/>
            </a:lvl3pPr>
            <a:lvl4pPr marL="517525" indent="0" algn="ctr">
              <a:buNone/>
              <a:defRPr/>
            </a:lvl4pPr>
            <a:lvl5pPr marL="687387" indent="0" algn="ctr">
              <a:buNone/>
              <a:defRPr/>
            </a:lvl5pPr>
          </a:lstStyle>
          <a:p>
            <a:pPr lvl="0"/>
            <a:r>
              <a:rPr lang="en-US"/>
              <a:t>[Click respective icon to add CHART or TABL </a:t>
            </a:r>
            <a:br>
              <a:rPr lang="en-US"/>
            </a:br>
            <a:r>
              <a:rPr lang="en-US"/>
              <a:t>– not text]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00E0D18E-E349-4199-8AD8-798BD2B67B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8EF30-A659-E042-8DD8-300CEF3783A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32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 userDrawn="1">
          <p15:clr>
            <a:srgbClr val="FBAE40"/>
          </p15:clr>
        </p15:guide>
        <p15:guide id="2" orient="horz" pos="102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EF78FE-55F0-47B3-AE87-B3FBB8E2789A}"/>
              </a:ext>
            </a:extLst>
          </p:cNvPr>
          <p:cNvSpPr/>
          <p:nvPr userDrawn="1"/>
        </p:nvSpPr>
        <p:spPr>
          <a:xfrm>
            <a:off x="0" y="0"/>
            <a:ext cx="12192000" cy="1490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70F92-8761-4DFC-80DC-CAD3932D1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8" y="1618488"/>
            <a:ext cx="11067750" cy="84019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statement]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1224C6-E79E-4B9A-9D01-EC6502019D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703983" y="2619376"/>
            <a:ext cx="7930805" cy="3580266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[Click respective icon to add CHART or TABLE – not text]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FA85A4-463C-4B14-BE65-A31A117ABF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738" y="2619376"/>
            <a:ext cx="3017837" cy="358026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A0D5033-1383-4A3E-B39C-095AE64D2F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C88B21-12B8-4D5F-8A52-929A02C861B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8F557C-D16B-4CE5-8BC7-3F8FFDF7BDA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5120EAB-FB52-211F-F196-47DC0777805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14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8" userDrawn="1">
          <p15:clr>
            <a:srgbClr val="FBAE40"/>
          </p15:clr>
        </p15:guide>
        <p15:guide id="2" orient="horz" pos="1021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70F92-8761-4DFC-80DC-CAD3932D1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8" y="1618488"/>
            <a:ext cx="11067750" cy="8334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statement]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1224C6-E79E-4B9A-9D01-EC6502019D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7039" y="2619376"/>
            <a:ext cx="5528962" cy="3580266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[Click respective icon to add CHART or TABLE – not text]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FA85A4-463C-4B14-BE65-A31A117ABF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07176" y="2619376"/>
            <a:ext cx="5027614" cy="358026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D43AD57-E17D-466E-83DC-D87227B6E10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6EBF3C5-CB54-4922-B264-70AF19B8E47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83E662A7-7337-4375-8FBD-2C58ABD0FD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8FFC6D-487F-C01E-F1C2-3DF39C0CAB09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41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8" userDrawn="1">
          <p15:clr>
            <a:srgbClr val="FBAE40"/>
          </p15:clr>
        </p15:guide>
        <p15:guide id="2" orient="horz" pos="102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1224C6-E79E-4B9A-9D01-EC6502019D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07175" y="1620838"/>
            <a:ext cx="5024651" cy="457880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  <a:lvl2pPr marL="169863" indent="0">
              <a:buNone/>
              <a:defRPr/>
            </a:lvl2pPr>
          </a:lstStyle>
          <a:p>
            <a:pPr lvl="0"/>
            <a:r>
              <a:rPr lang="en-US"/>
              <a:t>[Click respective icon to add CHART or TABLE </a:t>
            </a:r>
            <a:br>
              <a:rPr lang="en-US"/>
            </a:br>
            <a:r>
              <a:rPr lang="en-US"/>
              <a:t>– not text]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70F92-8761-4DFC-80DC-CAD3932D1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8" y="1620838"/>
            <a:ext cx="5008262" cy="1380779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/>
            </a:lvl1pPr>
            <a:lvl2pPr marL="227013" indent="-227013">
              <a:defRPr sz="1600"/>
            </a:lvl2pPr>
            <a:lvl3pPr marL="460375" indent="-233363">
              <a:defRPr sz="1400"/>
            </a:lvl3pPr>
            <a:lvl4pPr marL="687388" indent="-227013">
              <a:defRPr sz="1200"/>
            </a:lvl4pPr>
            <a:lvl5pPr marL="914400" indent="-227013">
              <a:defRPr sz="1200"/>
            </a:lvl5pPr>
          </a:lstStyle>
          <a:p>
            <a:pPr lvl="0"/>
            <a:r>
              <a:rPr lang="en-US"/>
              <a:t>[Click to add statement]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FA85A4-463C-4B14-BE65-A31A117ABF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038" y="3187148"/>
            <a:ext cx="5010912" cy="3012494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D43AD57-E17D-466E-83DC-D87227B6E10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6EBF3C5-CB54-4922-B264-70AF19B8E47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584230B6-CE03-406A-A8B9-AF79603282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7039" y="5687045"/>
            <a:ext cx="5008261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7FAD4439-25EB-21E7-F826-166D599143FA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91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1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4C3E0C-55B5-4DE0-B5B2-69464524EA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0" b="1">
                <a:solidFill>
                  <a:schemeClr val="tx1"/>
                </a:solidFill>
              </a:rPr>
              <a:t>STATEMENTS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F5C6A-388A-484C-AEAA-7BCB499E94DF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88FA7-2A1A-4874-98B9-3B720BD792DD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C172B1-DF0E-4CE0-AEB3-F868FD9BB511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1157C7-05A1-4D05-B093-C45200431401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C53AB89-B579-40A2-A45F-C998312F234E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C9D9C7-E5A3-4D6B-815C-7C50ED95A662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90D678A-4A53-4825-A8C8-2E41F37538BF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35A14AB5-498F-45C4-B959-F77686F7543F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CF6AE5-5728-49B5-A091-838270986899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F210E3-F131-11A6-29EB-75BE56CEF586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518B26D-A886-5C74-74D3-742480CB6B29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7A951FF-0CA9-8AF6-435B-1A54B271D682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02C29A-ED9E-563C-99EF-62FD2A2A77D9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51AE5A-292E-5576-3528-2E637CCE6A0A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6E18CA-A8B9-2BAE-66AF-C12E8C24FB92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AEAA85-78CD-BB4B-581B-8EC1F2BEFF8C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819A2A0-001B-0F32-E382-9CC3116F3C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D625443-CB17-1FD4-4F9A-668CFE21C06F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72BF92E-4D12-C64B-15DC-B851BFC4D494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45ABD75-D5A6-04B6-F698-A061FB190EC9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09A4D79-250D-073E-FE82-FC4EEEE4BA4F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81F8ACE-E59B-BFCD-87D2-3BEAC902D60E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37AAB4A-E633-8F83-65FC-27F308D6BFF0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76F42DC-6879-D21C-669F-8B3C763FABA4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C76E467-03DB-47F6-FA3E-B8AD581A9E35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9E6A3EA-0DC9-94C3-98E5-151FC77FA38C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171FCFE-D16A-DA04-B89A-68B16D5A93B6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14F8DC4-D965-47B2-2EBA-0CFD1FA9C768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828A87E-2BCF-94AB-E10B-7714525D0299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BF6A627-93B4-D88D-643D-5874B165899F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679FE46-CBC0-0B46-8D0A-EAA426113690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322C4CE-00C4-A475-453B-3E5F76660A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3" name="Graphic 32" descr="Close with solid fill">
                  <a:extLst>
                    <a:ext uri="{FF2B5EF4-FFF2-40B4-BE49-F238E27FC236}">
                      <a16:creationId xmlns:a16="http://schemas.microsoft.com/office/drawing/2014/main" id="{78FD1377-FB27-6163-C835-802EB4B1B47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Close with solid fill">
                  <a:extLst>
                    <a:ext uri="{FF2B5EF4-FFF2-40B4-BE49-F238E27FC236}">
                      <a16:creationId xmlns:a16="http://schemas.microsoft.com/office/drawing/2014/main" id="{CBECE275-C3DE-5B1E-DFC9-4D9BB49B6E4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Close with solid fill">
                  <a:extLst>
                    <a:ext uri="{FF2B5EF4-FFF2-40B4-BE49-F238E27FC236}">
                      <a16:creationId xmlns:a16="http://schemas.microsoft.com/office/drawing/2014/main" id="{F92D3471-9AAC-4665-E31D-2AD591C6F0E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6" name="Graphic 35" descr="Close with solid fill">
                  <a:extLst>
                    <a:ext uri="{FF2B5EF4-FFF2-40B4-BE49-F238E27FC236}">
                      <a16:creationId xmlns:a16="http://schemas.microsoft.com/office/drawing/2014/main" id="{F48A0790-C4A6-6D57-7B5E-BED6E15A055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1D0E25D2-F3CD-F49E-900B-2D61B295155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10440BC1-E205-E37B-6D9A-1E6598D1F39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79B22942-228C-AAEA-7190-2FCB2A338DB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85149039-3F1F-C43F-EB1E-E03B3D77897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B94C09EC-AA0F-A7E7-BBC2-36728C0E387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43C0C3B4-1F57-9D7C-3477-CE02192C4E8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1" name="Freeform: Shape 71">
                <a:extLst>
                  <a:ext uri="{FF2B5EF4-FFF2-40B4-BE49-F238E27FC236}">
                    <a16:creationId xmlns:a16="http://schemas.microsoft.com/office/drawing/2014/main" id="{91CF962A-AF45-0213-2228-690CED4766F9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74">
                <a:extLst>
                  <a:ext uri="{FF2B5EF4-FFF2-40B4-BE49-F238E27FC236}">
                    <a16:creationId xmlns:a16="http://schemas.microsoft.com/office/drawing/2014/main" id="{9E3D6246-4519-20DA-A2ED-8199AFBD361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9D150C82-B043-9316-8FD8-27E1FAA1DFB2}"/>
                </a:ext>
              </a:extLst>
            </p:cNvPr>
            <p:cNvCxnSpPr>
              <a:cxnSpLocks/>
              <a:stCxn id="18" idx="3"/>
              <a:endCxn id="11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19948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6588-04E1-4131-BD9B-DCF315B19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1916" y="1298575"/>
            <a:ext cx="9215034" cy="4395787"/>
          </a:xfrm>
        </p:spPr>
        <p:txBody>
          <a:bodyPr anchor="ctr"/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[Add large heroic statement]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F7B47CD-8901-46EE-AB48-D0A3C468D4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photo and then “Send to back” to place image in background and add statement text]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E9242-AE57-42CB-99F5-9AFC9B96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AE6FA-0293-47D8-BFDE-558FA757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4B41A653-DE1D-635C-9E84-57036466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93518D-CF95-4076-9B30-BA3366837A0D}" type="datetime4">
              <a:rPr lang="en-US" smtClean="0"/>
              <a:t>July 2, 2026</a:t>
            </a:fld>
            <a:endParaRPr lang="en-US"/>
          </a:p>
        </p:txBody>
      </p:sp>
      <p:sp>
        <p:nvSpPr>
          <p:cNvPr id="3" name="Floating Logo">
            <a:extLst>
              <a:ext uri="{FF2B5EF4-FFF2-40B4-BE49-F238E27FC236}">
                <a16:creationId xmlns:a16="http://schemas.microsoft.com/office/drawing/2014/main" id="{B922FC57-7B64-1791-EF76-DB22D297E58A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557896" y="6388488"/>
            <a:ext cx="768096" cy="36576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5210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B13624-E523-41DF-BB78-1DA6E2F42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040" y="1306286"/>
            <a:ext cx="7114032" cy="380446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+mj-lt"/>
                <a:cs typeface="+mj-cs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[Add statement/content]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B079F-BF60-44C9-A538-F1F4179D4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42405A-5D83-4617-9FE2-B7A0CF9CA752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7E4AAC-4615-4520-950F-6DECB0F97A30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A4FAF3-AAB7-4DE1-BE7D-735AAF585A3F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5962A-EF6D-4DFF-BD5E-78D4F6405DF9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9EF36A5-0C9F-40DE-8FDA-5693BB177AF1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81B35B0-23B4-4E6C-AED2-049162C7FC29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E324E88-6DC3-4C19-8B7E-477E395AE60B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BB87E47-1C85-4019-81C5-CF5BBBEF54B6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D8E49A1-D77B-45C3-9556-B6020B4F2FCA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6CC59DF-505F-44BE-A966-28D32E8B711E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BA1CD1E-3999-4A4D-B21E-781C4DC428C6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88C93A5-E521-4BB3-937C-E61DCCB955BB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05468C9-336C-4D1D-B9E1-18F7EC98BD42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54B7CF5-11F6-416B-91E5-FC3A132CF621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4D77718-9D7C-411F-A1A9-5BDFEF1885BC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806FD42-A7DB-46DF-8AAC-3BCB2CAA791E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89FFFB7-D759-48BE-B967-C358B988C553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2D6BE6E-EA88-4988-AAC0-D25B66BBA922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EA53685-D3B1-4CD9-9DF8-7780BB32493B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5061034-43D6-4814-895A-6D048C5F55FE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CB14D5E-9792-4CE3-BD9C-FF75A24AFAE7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9BBDE38-A88B-4DE4-83C9-D1C30C7F366C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A2AC1B44-487E-42F8-AD26-B41D6DCC03C3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297C9D0-BCD0-44CB-AC47-5FBA2D59BC4F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F27705-C30B-2388-22E6-A657C8C894D5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77C2438-7CFF-6C40-4D63-C720970F5CB5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E0387EE-BC5A-147E-DF74-C5A6C164FB5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A50880-A115-41F7-8A42-B95E5EA6358C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51E151-644B-DB4F-677E-3B433EFEF971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786DB5-B693-219F-0349-70FD83AF2890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B98B59-38C6-A6D9-7B61-3AD52CD0C31E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D316D8C-1429-2A28-ED81-CBBD181C38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918ED8-9AA6-F159-0DB5-8BBB8BD5B6D6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F5FF860-4CDB-9F34-F3BF-0F27AA30DF5D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A860466-051F-D177-1701-88EC3C5BAD08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42CA8-4AC0-D55F-9777-69E7EA68FEDD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C8D0493-06E3-0A9F-BCC8-DE38C930220A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0FED66-A321-6A98-926D-987048071562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D9C34E9-B342-445D-74DF-5B6E94377AEF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135F498-D48D-5B70-65FB-560A6DBE3C8D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63F066F-1091-9552-A24B-7FC47AC3D4DC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59B5D85-E1A1-5430-5B90-69A900D9E218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D27231C-1973-E5E7-636F-C83E39CF1C51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9DC810B-2047-BE8A-09B2-E46E92CF2AAB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B656F28-1504-AB3D-F35F-9300ACC5618A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11ADE7B-7889-AD61-04A5-8CBBE5FBE88E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9625D27-F528-A8C1-5749-A37FFFC1472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319A7E32-F7AA-7CCC-C851-E3CBF934DCB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448E9AE1-8A44-04FB-81ED-940F2F67828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25084B06-B2B6-9815-F530-C2D8C19D48C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69411B5D-4288-6F76-AC6F-00F27662834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3A79D578-AF0D-8A59-3F38-C08D6864EE3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394751B4-4B7F-F78C-311D-AC3F040C7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871127D6-47E7-A8E5-855F-FC6583E4089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00156757-2444-F79C-05C5-79EEEDF6427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E9E57AB8-F512-E5F5-170D-1CD3AB9EDD2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D125F877-1EA6-AA3F-F066-8B00416D1FD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DDA6D085-065B-F742-4F44-D99488CDAE03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6FC73839-D611-2BAB-8D32-4B80E5BB5F00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B10C4000-80A2-8B7E-4FBB-1C444356D97C}"/>
                </a:ext>
              </a:extLst>
            </p:cNvPr>
            <p:cNvCxnSpPr>
              <a:cxnSpLocks/>
              <a:stCxn id="22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Date Placeholder 2">
            <a:extLst>
              <a:ext uri="{FF2B5EF4-FFF2-40B4-BE49-F238E27FC236}">
                <a16:creationId xmlns:a16="http://schemas.microsoft.com/office/drawing/2014/main" id="{EA3C8366-9F85-4E2E-D9D7-0052041C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A80E2A68-6351-4E75-AEA8-9013840B2BEB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Red White Small">
            <a:extLst>
              <a:ext uri="{FF2B5EF4-FFF2-40B4-BE49-F238E27FC236}">
                <a16:creationId xmlns:a16="http://schemas.microsoft.com/office/drawing/2014/main" id="{22A6769C-06BF-580E-179A-5A7CCEF6F3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27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B13624-E523-41DF-BB78-1DA6E2F42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040" y="1306286"/>
            <a:ext cx="7114032" cy="380446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+mj-lt"/>
                <a:cs typeface="+mj-cs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[Add statement/content]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B079F-BF60-44C9-A538-F1F4179D4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4240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B33203-91A6-4922-866A-9512AB1994C5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600078-6923-4E76-A031-9A136210DC71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120EED7-676D-4E71-9B26-36360D4AAA94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660DCA-5654-4FF6-9E58-703676E163CF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68FE168B-15A5-725B-6913-4A50082F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F269D7AA-2F02-487C-B7F8-BBAB7BCE1B8E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13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90CCAE01-59DC-4E88-921F-BE5E9D9EB4FB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BD76DF5-41AA-496E-AD7A-32322B736E9E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E3360EA-5FA6-4D08-9718-F1BF67A6AD82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F89F633-8F0A-4463-94A9-D54366C94E83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B05127F-839A-4F66-86C2-D800184D100E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9F77EA60-4120-4924-A485-FA03B46FCCC3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47EFF73C-4D7F-43FB-84FE-B1473BBA8C2E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56D527E-7050-4614-BA55-88F48FDC4AF4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FC66347-E73B-493C-B928-B6BE1E675437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3D9D576-7829-4468-8DE6-C38299223D66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549D99A-5D11-43C1-90E6-9FE97FC1ED8D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CB601F2-7B85-435F-BB06-36317A2C9EA8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B2B95BE-1474-4867-852C-47DCA74C6366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21C0D12-E9BD-451A-B9EC-6554EDF2FE96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F7B9D41-9CEF-4F78-A5DB-F9F9C8636C75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AFD20-A15B-4A93-9447-65969ACB32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9A8B49A-889B-4A3E-9EF2-CBEB09152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040" y="1306286"/>
            <a:ext cx="7114032" cy="380446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+mj-lt"/>
                <a:cs typeface="+mj-cs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[Add statement/content]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FE3A5A-F8EE-4F91-82BA-79DDB2E057D1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483E81-87D1-4D03-B83D-B596FE544F21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D6D768-6506-4EF7-A74E-1E5BDEB67863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A5A426-D0E5-4F75-933B-61F9FD642CE0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A9AB74-C540-4FBB-92AD-C6F948ED2F82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4A642CD-E837-4841-B3AC-730FA6F9A260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7ABF8A-5E41-484F-87C8-6AA11BD4FCD2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DB50D30E-021E-4F9A-9577-883CBDE389E0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754433-1F0E-404A-AD88-DCB10D237663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FFEBC1-C1F7-ACBE-6F8E-A119B1C8BBAC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B6D7A9-B41D-DF57-6A33-40C01028B464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E23E99-664A-AC14-5127-758E7416354B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D10662-8E7B-ABB8-F4D1-2FDEF1C5E075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30759F-E152-FEF9-812B-45A681236E83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67A376-22E1-65DA-A889-832B92685176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3813BF-B799-CD7E-069B-162B81267C8F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B835177-1976-94B7-6F60-A1E0A2B716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C8A4213-CC1B-5DAA-4BDE-7A84FE36C930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0C55367-644B-7728-8EEA-61FC93A801D1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E519D39-485D-39A0-7E8B-87CFE9CD3E5A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CAA0161-8AF5-9EBF-0755-9AF206F86D80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6AAA3F2-600B-DAA7-99EB-BDC7E31F1DD8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C67CAE-BF32-680C-DB16-13B4A3EE3477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5DAE43-49CA-B5D5-01F9-0F93F9E55D60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ED433C4-834D-2CA9-7936-C6AAB47BE3C6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44F8571-2341-27C2-FFBE-51970BE385E3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AB6E958-57BB-A3A6-56FA-FEF0E789144E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C7A41F2-CFDC-42E3-6D98-21493B4A0DAE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A9AD17-8F00-FA51-1345-BC891FAE07F3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87B37E5-42A0-43D9-FA93-8FC01E0DEFDD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1E70C0F-DCC3-5A20-C673-A5479DE38D41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0A7F56E-BAA3-6D05-5A46-DF64D693710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6C90995D-C211-7653-BCD3-D6DFEECB37B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8E292CE9-B798-F0FA-B102-5F4360978DB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1FFB92A1-D70F-7CFD-69BB-36112253D11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47CABAE7-59F4-E260-5DB4-EC85B4D31B5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E35547A6-7277-754E-29B8-61B3F118EDD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A30EC701-E4E2-4284-5E08-79FB1CF0EE2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4FB9D9EA-F553-44DE-07EA-54D6B94EC7A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803C7E46-F986-20A1-125A-A340AA7DEEF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163A589C-7492-5DB3-C210-075292AA757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354E6C56-53C8-8110-E043-83F5AED6153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C394A34D-9181-FA96-A293-185C779B0C15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73DD67BD-932F-8D0A-3E0B-EC1971857FC3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404B4E6F-7C3A-D4E9-A749-E540426A3732}"/>
                </a:ext>
              </a:extLst>
            </p:cNvPr>
            <p:cNvCxnSpPr>
              <a:cxnSpLocks/>
              <a:stCxn id="21" idx="3"/>
              <a:endCxn id="11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Date Placeholder 2">
            <a:extLst>
              <a:ext uri="{FF2B5EF4-FFF2-40B4-BE49-F238E27FC236}">
                <a16:creationId xmlns:a16="http://schemas.microsoft.com/office/drawing/2014/main" id="{E63E4C71-FE0C-D6EE-8645-0D39267B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9532D4D3-30DF-4FB8-95CA-82A04D288183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White Small">
            <a:extLst>
              <a:ext uri="{FF2B5EF4-FFF2-40B4-BE49-F238E27FC236}">
                <a16:creationId xmlns:a16="http://schemas.microsoft.com/office/drawing/2014/main" id="{D8839A0E-26C3-8A97-E8B5-EFF096C46B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72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976289ED-5297-4B40-8A7D-2AF1FD9D8982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4933C35-8FB7-4792-A546-9B624E517583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DA9D6CB-6B55-4666-A248-8F48F4E4B9D7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D806C6E-553C-41D0-9D8B-3FAB01CCDB33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EF4A1F6-37A8-4B3A-B701-1DB303B530AB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BAF6428-B544-4B1A-9B4E-B3228C12D724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CBE92EA-2E06-48AE-BE3D-899F8C358059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379289E-9F5B-474E-9823-1846DBA30BDE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1D058AB-B84D-45A7-BC1C-5F86C0DC1B4D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A609629-0E68-4142-8D3A-A8CBCE218A55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3089B6F-C903-4B4B-B22E-B56A23C6B333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B7200BF-34D6-4C70-82BB-DE21C9BFABE0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04FE2A4-8751-44F2-90C8-8E70E4611F1E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DFD487B-56F4-48EC-98BB-2DF393B374DF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D8DFF91-8285-49D4-B144-DC3528A06E42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1F310-4473-492A-8646-71B135833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1399F9B-1E1A-49D1-A8A2-8A8C029F9D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040" y="1306286"/>
            <a:ext cx="7114032" cy="380446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+mj-lt"/>
                <a:cs typeface="+mj-cs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[Add statement/content]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CF4DD8-9D93-479A-BEE6-CDEDE668D795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1F34B2-BC24-46A8-93BC-F4F95FE89ED5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A315E0-6708-4324-B051-6101E838E9BE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C3DA2-C873-4C85-8A4C-55C762CB52B7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72ECFE0-AA29-44E0-B78C-31603FA5C245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F0F70B8-F60C-4007-B731-B9A5D7B0EABA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018BCF-2E0C-4722-BC3B-6D150AF2B010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A5A77783-0DC1-41E5-A5E2-857F79AB4779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35FFAB8-E1D2-498F-A755-FAFD34D989B8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D3C7FC-56B2-074E-7D27-96DEE59946FB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C23E48D-0DD6-031A-C032-B15EECA54914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74CA054-C7E0-00B4-454E-3A758A5CB7D2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A2016A-D8F7-7EDA-8CAE-34C24E8C53FA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733940-92F1-C356-83CE-4CED8BA60EF7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A719E9-7138-A0CF-2302-5A0A1A11110D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BC852F-1F29-A9A1-890E-CE913FA9AB7F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3A696C8-40F6-BBF7-035E-0ED691381D5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6C27603-D611-BD9B-8108-4F3275B0D324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2299CEC-6010-1EE8-1B7D-56892AEB9798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327C2A7-FB55-0811-C680-BE6031D8D8D0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D4F3087-6071-A3D6-F20A-357C9EE87FF2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C23EBFB-B45C-921C-C0FE-6FB1BBF35517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45CE6EC-226C-4C7E-3486-F8D82A6B10BB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38DA017-B8E3-0B4B-FA89-F227B783B09E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E550305-2AD2-F410-4669-8F6111A4D706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1606E5-D7EA-3637-5D8F-FAA832404386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0534738-6956-986D-6BE4-7EC32A09E846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2D390D2-4243-6479-141E-D84137140BEF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20F6C3B-B9CC-55B9-4B40-77AC691FF08F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8DC4ED6-4FC7-82BC-69D5-1BC44FE37F1E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37F6539-0AD7-D904-39C3-68AF68E5B4BE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C0DB18D-B021-18A3-6E50-0FC96510E05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30FD2419-553A-5D46-33B5-EFEA3F35214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8A6B7B09-5CD1-14BD-2B08-FDE963141D8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2572C80E-7FFC-D7B1-DE1A-0A698D69379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3C27BC19-0042-4A7D-A5ED-BCC483380EF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93804D51-396F-70C0-1F21-10798FF2129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224FABBA-F077-2BF4-C86B-F93BD1BAEA8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94881798-76B3-D041-5903-5A88F16D8C9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CEC05F9E-46D5-57B2-F03B-6BED87F9910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81A6D669-0078-1D10-372B-A6E67A5EC0D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A73A404C-B55E-1CF7-468B-6E671E2E4E2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49C5DC42-F341-42C3-97D6-248C07502EE8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21C6C601-0419-AB63-2FA4-285A400BF178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967B24D7-9BCA-A249-74C6-0757DCC985D2}"/>
                </a:ext>
              </a:extLst>
            </p:cNvPr>
            <p:cNvCxnSpPr>
              <a:cxnSpLocks/>
              <a:stCxn id="20" idx="3"/>
              <a:endCxn id="11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Date Placeholder 2">
            <a:extLst>
              <a:ext uri="{FF2B5EF4-FFF2-40B4-BE49-F238E27FC236}">
                <a16:creationId xmlns:a16="http://schemas.microsoft.com/office/drawing/2014/main" id="{F5ED1888-60CF-AE2D-9A19-E809D1FF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9532D4D3-30DF-4FB8-95CA-82A04D288183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White Small">
            <a:extLst>
              <a:ext uri="{FF2B5EF4-FFF2-40B4-BE49-F238E27FC236}">
                <a16:creationId xmlns:a16="http://schemas.microsoft.com/office/drawing/2014/main" id="{6DDB9C7B-D1E1-BA63-3777-57BFF51D14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94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F8C1C-6553-43E5-9AD8-C06D5DDCE6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1300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1460202-F953-41C0-950B-F5D53280F7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040" y="1306286"/>
            <a:ext cx="7114032" cy="380446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+mj-lt"/>
                <a:cs typeface="+mj-cs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[Add statement/content]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6F5A30-072E-41F9-B5B4-35C55EF64A72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6B153C-357E-4E48-83C6-7D0EF7BB2186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0218739-5378-4A9E-AEC9-084FFA23A1F0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002770-FC2F-4924-852E-DA6EE2C99C84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DEEC14B-8A71-4818-8A05-545CEFD68CEB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EEA7E54-9B9A-408A-AB31-E34E722A4147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3423015-BF1B-456F-A9EF-BE79B22823FA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BD24F0-D264-4E9C-889E-8B4273E0BD8A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F3B670-A160-4DA9-A8BA-6A4B5C2A9187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EA6C0F-7D77-4EEC-82B3-1412F2CE6BD5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FF9CB83-7E2F-43F7-8BC7-FD66B434B017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405582-004E-4419-A097-10D11706A26F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9CBBD714-A8EA-4961-8C2C-E63E43B1C0C8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DCE17B-8B18-42F2-A4B4-B6B83A50F45B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9804FF-E33D-9E61-EBAD-F959341531E0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55DD3B-0C18-911A-FA01-8049A7D4944E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4A081D5-F52B-080C-20DE-064AF95DDFB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55FCD2-9C92-4D64-56E2-DF50349E273A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641362-7D16-F62B-750F-6302CD4EE676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520458B-85DA-1B0E-E7A9-B933FD4FCB5A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BB9716-835A-DF7C-6F2A-4087B0486242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50A49F9-0107-A121-7A21-8AEDD20B939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6D3E840-043E-2096-FBCF-0E98EB05C0F4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E3BC0D8-15EA-2B6B-C3DA-7790A237DA40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1DAE79C-6EAF-0A77-AC60-6AC93EC71C02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420886C-3C11-D196-F8F5-C04F81D297BA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3BB7566-2E8D-7E56-BA7C-D3EBF20B1D40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3F5E5CA-0781-3843-D115-5F6B74322E10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CB5091B-4B00-4C61-EE72-30124F798FF5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DE76A9B-A645-403C-0342-D02A72F2D0C7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E96593A-8371-1FB2-9812-D6C571215E1C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7EAF4B5-A9B2-321A-C468-EBA4F458E8F5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643CD9B-85E6-D51D-6C2F-871958E6179C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9E1C04-D230-EDB2-084F-2099C47EB3B6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5196644-D98C-6009-67BF-213E6506685F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D505628-1D7F-FDB8-669E-E25BF327AFBE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3F12091-B539-DDC7-64A0-914A503D2A6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7D361C5F-7BF5-80E0-FA3C-E4AF5852056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5427626B-929A-45B9-29E1-1617C5ABA5C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DF5A2469-EBD7-769E-B24D-6308936D5E9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F6E5EBFD-58D7-8965-E377-F4788F52C90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28E31E9B-A289-EA4B-20D4-C16ADDB8890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7256DB6F-41B3-5F2A-B0CA-3BDB78CB7C9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5195399D-E242-F4CE-13F6-032939268D4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95E2785D-F4F6-D864-98F2-45F3DFD311F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50" name="Graphic 49" descr="Close with solid fill">
                  <a:extLst>
                    <a:ext uri="{FF2B5EF4-FFF2-40B4-BE49-F238E27FC236}">
                      <a16:creationId xmlns:a16="http://schemas.microsoft.com/office/drawing/2014/main" id="{8602005D-BA71-C1A8-FC28-B05DD493582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51" name="Graphic 50" descr="Close with solid fill">
                  <a:extLst>
                    <a:ext uri="{FF2B5EF4-FFF2-40B4-BE49-F238E27FC236}">
                      <a16:creationId xmlns:a16="http://schemas.microsoft.com/office/drawing/2014/main" id="{3F1C3968-3488-3913-71D1-36895F8629A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40" name="Freeform: Shape 71">
                <a:extLst>
                  <a:ext uri="{FF2B5EF4-FFF2-40B4-BE49-F238E27FC236}">
                    <a16:creationId xmlns:a16="http://schemas.microsoft.com/office/drawing/2014/main" id="{53C80C73-3768-7702-53E6-5E0A661AD87C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74">
                <a:extLst>
                  <a:ext uri="{FF2B5EF4-FFF2-40B4-BE49-F238E27FC236}">
                    <a16:creationId xmlns:a16="http://schemas.microsoft.com/office/drawing/2014/main" id="{8BF703F4-D576-1FEC-4796-F4E370F2E17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FEC76F61-6FD1-370B-FCE6-A3C3E4E6AEAA}"/>
                </a:ext>
              </a:extLst>
            </p:cNvPr>
            <p:cNvCxnSpPr>
              <a:cxnSpLocks/>
              <a:stCxn id="27" idx="3"/>
              <a:endCxn id="11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Date Placeholder 2">
            <a:extLst>
              <a:ext uri="{FF2B5EF4-FFF2-40B4-BE49-F238E27FC236}">
                <a16:creationId xmlns:a16="http://schemas.microsoft.com/office/drawing/2014/main" id="{0424E44C-681B-56D8-594C-E0F1012B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3372FFA0-E97D-460F-84DA-08B7B056CDC4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Black Small">
            <a:extLst>
              <a:ext uri="{FF2B5EF4-FFF2-40B4-BE49-F238E27FC236}">
                <a16:creationId xmlns:a16="http://schemas.microsoft.com/office/drawing/2014/main" id="{46EB4595-FE3F-62D3-4CBA-BDDEB0AF7C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63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EF78FE-55F0-47B3-AE87-B3FBB8E2789A}"/>
              </a:ext>
            </a:extLst>
          </p:cNvPr>
          <p:cNvSpPr/>
          <p:nvPr userDrawn="1"/>
        </p:nvSpPr>
        <p:spPr>
          <a:xfrm>
            <a:off x="0" y="0"/>
            <a:ext cx="12192000" cy="1490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F79711-05B1-4D3C-996C-49F4EF142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[Headline]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D3B4169-E1C5-48A2-8497-73D0FD32D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3113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FA85A4-463C-4B14-BE65-A31A117ABF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738" y="1963319"/>
            <a:ext cx="11068050" cy="125121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7A69F6-AB10-48DB-9027-6D849C8B44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7213" y="3429001"/>
            <a:ext cx="11077575" cy="277653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B03C0C-4895-4A64-974C-F3AABFC2C5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5D50608-2065-4D18-9843-577F5BCC1EE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33C9ED-4FCE-45EC-BD32-7FF840D6622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EE2B56B-BFAC-1431-4D2C-99893E33837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893D0CFC-2E20-4A15-BDA6-BE632865E325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56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75FF-32B2-4D03-BB2D-5F198E66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2F50-D7AA-4A1E-9B6A-F951D2D7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A14B5A-1F3C-4377-8BE2-B3230F361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39" y="652074"/>
            <a:ext cx="11064788" cy="402336"/>
          </a:xfrm>
        </p:spPr>
        <p:txBody>
          <a:bodyPr/>
          <a:lstStyle/>
          <a:p>
            <a:r>
              <a:rPr lang="en-US"/>
              <a:t>[Headline]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9BFB21D-CA4F-49E4-B689-3D4818526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039" y="1058237"/>
            <a:ext cx="11063817" cy="493776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lt"/>
                <a:cs typeface="+mj-cs"/>
              </a:defRPr>
            </a:lvl1pPr>
            <a:lvl2pPr marL="0" indent="0">
              <a:buNone/>
              <a:defRPr sz="2000">
                <a:latin typeface="+mj-lt"/>
                <a:cs typeface="+mj-cs"/>
              </a:defRPr>
            </a:lvl2pPr>
            <a:lvl3pPr marL="0" indent="0">
              <a:buNone/>
              <a:defRPr sz="2000">
                <a:latin typeface="+mj-lt"/>
                <a:cs typeface="+mj-cs"/>
              </a:defRPr>
            </a:lvl3pPr>
            <a:lvl4pPr marL="0" indent="0">
              <a:buNone/>
              <a:defRPr sz="2000">
                <a:latin typeface="+mj-lt"/>
                <a:cs typeface="+mj-cs"/>
              </a:defRPr>
            </a:lvl4pPr>
            <a:lvl5pPr marL="0" indent="0">
              <a:buNone/>
              <a:defRPr sz="2000">
                <a:latin typeface="+mj-lt"/>
                <a:cs typeface="+mj-cs"/>
              </a:defRPr>
            </a:lvl5pPr>
          </a:lstStyle>
          <a:p>
            <a:pPr lvl="0"/>
            <a:r>
              <a:rPr lang="en-US"/>
              <a:t>[Sub-headline]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E29C1C4-7BA5-4EFE-9D43-A52A5745A7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7039" y="1955229"/>
            <a:ext cx="5008262" cy="425196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F2D1654-53B4-42CE-A01F-0302CA4FF5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175" y="1955800"/>
            <a:ext cx="5028140" cy="425196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[Click to add content]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11CA301-5EF6-4FA4-A727-DA73EF661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</p:spPr>
        <p:txBody>
          <a:bodyPr tIns="0" bIns="0" anchor="b"/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0FB0A-B99C-A9AF-E90F-D320F579D032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893D0CFC-2E20-4A15-BDA6-BE632865E325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4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F97D9B01-4EE9-405A-B323-759A409509CB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C1AE271-DC97-4E2D-B2B9-A55E44892AF3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F7CA70E-203A-424A-A537-768612EB6C9C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3291374-7E15-4421-89F4-93F8C88525CE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62E436E-7ED7-407F-90B7-31ADB11D808B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36CE46D9-B434-4DF0-881D-58936609A639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E513A32-FAEF-462E-B81F-F302AFFFC8C0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EAC824F-341C-43EF-8F24-55416905023F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9B89FD7-AAEF-47E4-8DAE-202240104942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CC25BF9-3067-4F36-85AB-AD96BCBE0264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8E7C50E-8B2D-4536-94B4-79495861EA14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C94739D-F99F-418D-9F17-A5B0832D6C87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933F45A-D2B4-4DB3-82FC-71CEE31C5734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C45257D-E709-4903-94B8-5DF85626B3B3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FD32685-A4F5-476E-8A09-D8E8DECD7371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84C3E0C-55B5-4DE0-B5B2-69464524EA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pPr algn="ctr"/>
            <a:r>
              <a:rPr lang="en-US" sz="14000" b="1">
                <a:solidFill>
                  <a:schemeClr val="tx1"/>
                </a:solidFill>
              </a:rPr>
              <a:t>DIVIDERS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29BB4F-08CC-4CE1-B14F-D0A63C33AEB6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350315-1225-4029-8AF9-68C5E7EC4EDC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74DE2C-437B-4FB9-9733-AABB882E807D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B1744-461A-4270-9195-26FC0B16915F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3A680A6-2913-4F0E-86F4-FABF0B107C20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C5C8B82-D9B4-499C-940B-1342C8A4C8B8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0FD566A-0DE2-40A2-8821-B0BA941494CF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1068D94-5676-4EC0-A7AA-92EFA39045E9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FC098C1-9BBE-4416-890F-774A1F526034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B5B619-79C2-CEAB-7497-1A8BA50435A8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845FB60-86A8-B61A-CF49-BBEC53DF81B3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0BF3CB-35B4-9D19-E8E2-F7FE0B8C385A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82F5-F395-A40A-18E8-37DC6812F2D8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F4C5E5-81C6-BF36-617E-D2969DF4BC51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318B29-BC67-2665-3F31-D8DC258C6390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F23C8E-AB31-25F1-C4C1-29F0DFC49C27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750B200-F825-A71F-B0F5-5280B2A7F5B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AC19836-9203-5586-4F2F-06345D2316A7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552EE2-9EDA-4BAF-E04C-F74B96AA2DCC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6828B3-4598-8C66-0289-334804C4D7E9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B9872B-97BC-5BA3-D725-A0305E517293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BEC2B-E841-3F92-19C5-C9D201049B86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0D8BBB-26DC-BD97-68C2-5E0F879F8069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A61B96-EE86-9790-B029-E4AF3D218D97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2BF887A-9EDB-418D-3FB4-4A7EE6068FDA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6928A2A-E57A-EB0B-C033-73339AB882D4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5E61896-629B-745A-F3E0-308F32E061D1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5EBC59A-59E8-82AA-B2D2-A2D1BBE84E40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67840C9-9254-17DE-D1E2-30BF7C6D42A1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CB3966F-3F74-2209-1087-0E10A99CA769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E1DA5D3-CE56-EA9B-E01C-CFD0CE073752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0F4E9CA-91D1-3ADB-B766-D911AD4ECB1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3" name="Graphic 32" descr="Close with solid fill">
                  <a:extLst>
                    <a:ext uri="{FF2B5EF4-FFF2-40B4-BE49-F238E27FC236}">
                      <a16:creationId xmlns:a16="http://schemas.microsoft.com/office/drawing/2014/main" id="{62A1D3F5-EBD1-8D33-FAF5-83D00E201D7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Close with solid fill">
                  <a:extLst>
                    <a:ext uri="{FF2B5EF4-FFF2-40B4-BE49-F238E27FC236}">
                      <a16:creationId xmlns:a16="http://schemas.microsoft.com/office/drawing/2014/main" id="{E9C7FC43-8B13-4B43-E6C3-35234ECA5ED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Close with solid fill">
                  <a:extLst>
                    <a:ext uri="{FF2B5EF4-FFF2-40B4-BE49-F238E27FC236}">
                      <a16:creationId xmlns:a16="http://schemas.microsoft.com/office/drawing/2014/main" id="{B7717537-7265-1FBC-F022-F5D78EC4815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6" name="Graphic 35" descr="Close with solid fill">
                  <a:extLst>
                    <a:ext uri="{FF2B5EF4-FFF2-40B4-BE49-F238E27FC236}">
                      <a16:creationId xmlns:a16="http://schemas.microsoft.com/office/drawing/2014/main" id="{0C8A5AA9-BFE2-5575-E1B9-DD57EDCFDD6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7E4DE531-12AD-704E-B5CA-D850EA5F107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A622AE9F-0E7F-284E-286D-8CA892BD7D3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E4C78F4C-011B-FB72-B69F-AC5AC94B8A9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C001B412-3F94-7AC9-33CF-DB8995DA2F8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F726A08D-763B-B60F-3B9B-7A989110EE7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34C17616-BA24-0411-5FF0-9CD6423D862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1" name="Freeform: Shape 71">
                <a:extLst>
                  <a:ext uri="{FF2B5EF4-FFF2-40B4-BE49-F238E27FC236}">
                    <a16:creationId xmlns:a16="http://schemas.microsoft.com/office/drawing/2014/main" id="{6AE72EB1-65FF-DBB7-C0C1-E9F1FB2F6151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74">
                <a:extLst>
                  <a:ext uri="{FF2B5EF4-FFF2-40B4-BE49-F238E27FC236}">
                    <a16:creationId xmlns:a16="http://schemas.microsoft.com/office/drawing/2014/main" id="{2D2D3B02-BB91-5FB7-18ED-B2B27B4191FC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7FA1A2F3-0693-D8C1-358F-51D86DE289CC}"/>
                </a:ext>
              </a:extLst>
            </p:cNvPr>
            <p:cNvCxnSpPr>
              <a:cxnSpLocks/>
              <a:stCxn id="18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88886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2ED7CB0-ADE9-4F18-8BD4-BE730D39A5A1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6977672-F003-43F7-A135-50F1D7F6B1C4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DE95D60-41C5-4155-BFD9-529B18113D39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29B8D45-7D9F-47C9-A66A-654B9EF01CBE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A512E9E-9476-405E-AF8F-44A897970F2A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CBF8AC7-1BD9-4818-A360-526D80E111D9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C773FD3-A6AE-4D51-86B9-C7736AE5F52B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836CFBF-9564-49FD-AB1E-CA8608BD345D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8D46921-07F6-4337-B376-C1DFA5F8D987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DBD62E8-221F-41C1-918D-9A5C9F41FD50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770BA35-F414-467C-83B3-D3ED8D946A7D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55D68D2-B979-42D2-BBF8-6C53B67F1D02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A103A52-F38C-42A3-825B-C82FA7885E62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A6076BD-2EA6-4061-B073-BC2DB2BE1096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4B0F75E-152D-451E-AD93-FB4A027CC97D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8799" y="1955800"/>
            <a:ext cx="4059936" cy="424540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7175" y="1955800"/>
            <a:ext cx="5024731" cy="42454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[Add optional content]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E2CD4-ED5B-4B13-BB69-5C2C6676FCD9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635CFE-5927-4810-A9CC-792D3D481848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B88345-4B9E-4728-BC7E-79AC0BB9A200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681F36-AB35-43CF-A45E-D2B6CE927BE3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43297D9-7020-459D-8E48-CDD8229E0A1F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A18E115-4FDB-45B7-A373-9FC90BE86ACC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2D0917E-073F-42C3-BD01-9307A71DBABA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F2F2CFE9-8545-4D15-A23C-E3DF9EE7E35F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EF9221C-FEDA-45CC-A47B-01D745AE31CB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E91B25-6782-29D9-93BE-B0BAE3B4A7E1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E6C136F-8EF4-A636-1000-C603724B0CA3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C6A018-84F8-C17D-C9A6-1712480AE7A7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5A3F1C-7235-4D03-B199-0883C5FF2EBF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3F39B7-EAF1-059F-5E71-CAA7F8CB913E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E120F4-A3CA-9224-430F-CBEC37BF0C2E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D88474-1AFB-625F-BC4F-34E4292E0CB9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14A8101-A2D3-336F-3D3E-5BA7E2E3063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C08EC89-63E8-DF4D-46B3-290D5E588622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4FF3F9E-3AD7-B6AB-26A5-ADC518AAC60A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3FDCB8-7F57-774E-D48B-7E5C30223F20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95A2C92-BC34-7C4A-395A-C733CFEF6BB3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A0A4A66-C055-4174-D544-5982FE0DFABF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15509B7-D46F-9C18-0397-4B61EB093478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8E5AC52-6D4D-082F-6755-72D6ABDFFA02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D626FBB-9B40-B3A2-6F0A-2C9A2D26C74D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37E4D33-3387-8AAF-7A3B-059229E45F10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E20F4B7-AA73-9EA0-B92F-D2724065359F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1522125-51E6-6278-9B64-55A6B5CCD0EA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9AD71B8-14F2-4CC7-83D5-A7DD2BBCA1C7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CE7B4E5-20B0-059F-4D97-A25865187AEE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42D96A0-FE15-A5D7-EE20-5A615D1A330D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206F060-D1A1-AF1B-F8F3-F17F3FE2941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04474AC7-5E30-F6D7-B9BE-440DBB58FF7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7CF2E7BC-1A62-8B34-F338-EDD26479BFB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9C64B11F-59D8-3884-654A-697503EA596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03367443-9B15-41E5-0BBF-EEA65F9BC36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5E235E8E-717E-3C0D-A49C-89FB49F93CD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9DA80D39-A674-B175-9AD1-2744F1DE0B7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05C275C7-A509-86D2-D712-924D99E5CC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88928229-2CBC-4896-14A9-F5D015105BC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94112964-5E76-6D65-E402-229A91611A1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5200857D-18AD-38BD-0181-158AEE3142E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ABE2DF38-6030-44FD-E87B-E4A956456FAA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05574021-E0E8-8E1F-B957-AB5036D58E27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1B9A6DC3-164B-DFDA-E4D9-FDB93FFD1025}"/>
                </a:ext>
              </a:extLst>
            </p:cNvPr>
            <p:cNvCxnSpPr>
              <a:cxnSpLocks/>
              <a:stCxn id="21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E82CD1E7-719B-AACA-6131-6841F448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97716A93-7C4B-4F7E-AE9A-615B1D6AEB2D}" type="datetime4">
              <a:rPr lang="en-US" smtClean="0"/>
              <a:t>July 2, 2026</a:t>
            </a:fld>
            <a:endParaRPr lang="en-US"/>
          </a:p>
        </p:txBody>
      </p:sp>
      <p:pic>
        <p:nvPicPr>
          <p:cNvPr id="4" name="SPG Ratings Red White Small">
            <a:extLst>
              <a:ext uri="{FF2B5EF4-FFF2-40B4-BE49-F238E27FC236}">
                <a16:creationId xmlns:a16="http://schemas.microsoft.com/office/drawing/2014/main" id="{49E55DD0-A8C5-6130-819B-CA2D29459A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22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A2432D56-F8A2-4DA5-A336-41EBF7AC1530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2A79C16-BE87-4999-B9CF-F8179B01B582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1DBC6E5-7901-4016-8F59-70C00F32B8A3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1E46A5E-3904-4311-8A3F-135D94C26AB1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80FB336-18C7-4071-8DBD-14950A893A73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29EDD6D-20EB-4458-B044-18B1D2B746AC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1E68460-94F6-4D86-9480-20532A22F131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A03D035-DE73-476E-858A-8B103ABA3532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F21D42A-4E6D-451E-B7F6-E93ADE6F9FF0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D7E55A9-AA4D-42F0-AB9C-0DD5CDD0E720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2F0C7EC-1A52-4514-B8F1-CDCD291EEE50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A14825F-BC4C-4F21-8566-3DDA4806FAF8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C002CB4-473A-4E91-9A44-D7D0F186AB94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02845F6-7175-4F7F-8B42-102829BE8D60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0BF221-A139-450C-9276-59A53911383C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3D0D42F-6D70-4CBF-9C23-59E66728E7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5801"/>
            <a:ext cx="4059936" cy="4249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946FFBFE-E614-4E08-AC48-326C482E69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117" y="647700"/>
            <a:ext cx="6093883" cy="5557838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[Insert photo]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10A16D-C4ED-4367-9DCF-54DF45963902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EFDAB2-4D7E-4399-8027-8BDF93B41B82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BBD7D7-8C09-49F8-B32F-B3ADF75D1BAA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9B4B73-25F1-4A55-92B5-9B67E53EEC2B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CB73371-4FF4-4870-921A-065D0810371E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35AE41D-9DD4-4B9B-9F3F-EFE5A4879E16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690224B-8351-4102-9010-5C9D625096FC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2EC42F4A-E30C-4642-B587-43863FDC87EF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E1EF29E-3D70-4274-B188-9C2029FBA173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0FA748-C41C-4E14-FC09-15F8213AA63C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541B7E-9353-7C88-C2CF-EC5B17D7E5A3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1B1B54-B084-18BC-D162-89AF56DCDB44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399A61-0739-0DD6-06E0-05591058AA74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116FC8-EA6D-2448-75FA-ACE63539B166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99624FC-04DB-A668-CB71-DB69B454B3AE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EE714-A988-C267-2FDC-E3EFBFC8C293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D50D64E-F01B-2829-CC8F-6392F328A0C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0AEE496-5A96-0670-DEF3-2DA6BEF138E6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F55553-A3C4-5CF2-0AD9-95AB6B4F15A8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4210DC4-38CA-2F68-E5BF-8B31BBF6B4DC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75A5FD8-9997-8CB0-A39B-6FB97056F801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076543D-B7F6-20E5-FA8D-47C6D6D26BEA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A3AEAF2-7AB7-6B55-F983-DA13F34FB362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1D8F16-A29D-636B-5990-A53F794A2D9F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12F517B-1636-2D15-DFCC-BC7610878C51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DFF9CE8-640C-7DAF-CE17-2AF223B21A6F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165744E-F5ED-6231-AC1B-B8E018731FE8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2ACCDFE-084F-16B6-A85C-A78ACD904CF1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96CA3F7-A666-064A-89BF-BB15BE991AF4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1D42E1D-6079-E32D-CD00-832A349C82C7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FF27DFB-F788-BE3C-176A-28CFFD747993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834227C-8235-2529-759A-A50CAF80F20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C6437F7E-799D-EE9A-FF05-456A95453CE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DD7160F1-86CB-4E05-ED0B-57FA329C1D2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1B890A2C-6D2F-6102-AD28-F38CE6519EE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A7E843D0-2C47-C9ED-9A40-B42761221E5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2956CECB-2F61-A391-4470-9961882CDAF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89D5185D-F90A-FF95-E2B1-561421051BF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1429D7BC-87A6-3E35-B70A-DB39BB49574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968984B7-F46E-4B17-914B-18263CE4363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82141248-6AFD-592F-0173-1A4E7D1E1A2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5AB6DA3F-F633-421B-CABB-2F829F39C21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7C79D78B-ECB9-168D-EFCA-15E4658144E8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E632F4ED-65AD-CD4E-8E12-6DE0F3BF7411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Elbow Connector 6">
              <a:extLst>
                <a:ext uri="{FF2B5EF4-FFF2-40B4-BE49-F238E27FC236}">
                  <a16:creationId xmlns:a16="http://schemas.microsoft.com/office/drawing/2014/main" id="{128A136C-32CD-2CBF-EFC6-3F222048DBE6}"/>
                </a:ext>
              </a:extLst>
            </p:cNvPr>
            <p:cNvCxnSpPr>
              <a:cxnSpLocks/>
              <a:stCxn id="16" idx="3"/>
              <a:endCxn id="10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910947C8-7A2F-3151-87F3-A330B2AD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97716A93-7C4B-4F7E-AE9A-615B1D6AEB2D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Red White Small">
            <a:extLst>
              <a:ext uri="{FF2B5EF4-FFF2-40B4-BE49-F238E27FC236}">
                <a16:creationId xmlns:a16="http://schemas.microsoft.com/office/drawing/2014/main" id="{B4E478D0-B2AA-72AA-F611-887A7FEDBF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2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1BE429-C3BF-4A3B-ABAB-1DEBDFEA64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5801"/>
            <a:ext cx="4059936" cy="4249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EBE0202-C83B-4CDF-99B4-51D3CE5F8F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7174" y="1955800"/>
            <a:ext cx="5026027" cy="4249739"/>
          </a:xfr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[Click to add content]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641657BF-E74B-C460-9F26-2EEEBDF1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CCFF8B0E-F39A-4DF9-A5F6-67B4036EAACF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27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ADCD994-4FE4-4DB8-9BBD-1D4E0B4689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117" y="647700"/>
            <a:ext cx="6093883" cy="5557838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[Insert photo]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6DBEF-BFBC-41BD-92D8-7910BCE31E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4213"/>
            <a:ext cx="4059936" cy="42513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F9EC67-A3A8-4754-9906-717F97AE3BD6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561EAAA4-12AF-65B4-7CB6-A52D45F1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CCFF8B0E-F39A-4DF9-A5F6-67B4036EAACF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4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045B5524-216D-4A78-AB4A-263637C3A18E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4BF149-F200-47AD-BC67-85AF2E2A1B3B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ECC84A2-2923-44D5-8969-62B0585DA274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F04747B-AE26-463E-AAE5-A13D5CCAB5D5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C6FCEE7-38DD-4610-96B3-849F2E459B90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B46F845-6532-436C-BFCC-92ED8CA28AE1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71967DD-4E94-4FD5-BE84-9BB9A6E6F41E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B15AF121-2A0C-4DC3-ABA3-9558041FD4E9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3964BC1-184A-4956-8E28-02E6B69A60C9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537BF68-E597-42EB-B049-C709C48ED623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0F21424-DF2F-40FA-A256-214AF4A2F1D9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B7296B3-6E7F-4B5F-BEA7-5468FFFB7F4F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9F0864F-6E9B-4645-BB2F-BAA4CCC195EC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4BC1142-2DA1-4992-8C40-5FC817AD93CE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41AA18C-E6A5-4C9F-8FD8-D09D176CD174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5501395-6232-4D37-BBF0-E0A18B0CF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5801"/>
            <a:ext cx="4059936" cy="4249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6D505EF-31B6-40FB-9F74-E5C91F0D33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7174" y="1955800"/>
            <a:ext cx="5026027" cy="4249739"/>
          </a:xfr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[Click to add content]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6828AC-076E-459F-B356-BF9CC2CA83C4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4CFD94-8A25-44F2-A9B1-C103181A7F4C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86A3D48-0AA2-49E7-B234-35F7F18AFCFF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B7583B-C91F-47DA-9CA6-484BACFFDBD0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CBE0426-684F-494A-AEDB-755BADFC98C3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E53CD89-4186-4F80-AE8B-ABB24D95C3C9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A22A1F2-BED1-47C3-A642-FCE4072FDB9E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DD606F6C-32FA-4265-80F7-6513355A58F6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975DE4-5B78-424F-BAC1-7145393C42A1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AB5B4-3987-48BA-C408-89D742ABB072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4D6B23-6DC6-EFD8-285A-013F3B9FE08C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305DB6F-249A-8F9C-9B43-0DA89C9A15CE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A7CC9A-4736-C18D-5DBD-FA5BB260CE6C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EC575-C076-85D3-8626-AD6CC205AF43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41AF57B-F571-B146-27A8-643F95627808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7682AC-6450-A0B9-752A-D8DDE1FBBD04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9DD475C-BAE5-F2B3-E441-D14B4C52BE4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147B981-2062-4F59-B628-90653CA73721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66366AE-5C56-C02B-1F40-D1D999986344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AC8CA96-E46B-E469-498E-9D30842BE206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F25F8C2-5A4E-32B7-8F55-68BB9A946306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1ABFC9-E043-962C-6244-79F5D9BB5466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1190D75-627F-EC06-8491-A1278EDDA207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A1DB25-DF06-5110-065D-77EE53FF10E7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E3E7333-07D0-3CE5-BDB3-1097470D9343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7A4AF10-2FA2-D2F2-A761-572C73E54E39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2DD1F9-C3C5-4D79-1C5E-C8213828763A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A86245C-A4EB-AA29-E568-90967645944A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5349A73-57CF-66C4-7B8C-ACF15D62C6E1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58E5C51-71BD-19BC-BF72-7FC26E63F416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0D4EE9E-32AA-5D78-604D-9C56A869FE31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50BE040-7484-0AAF-CABD-FB560D91917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26E8E1D6-8B69-D786-3E03-5BF29499285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263A4782-1511-70AD-63C0-E33B083D30F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8E97F106-8043-3989-1B09-5681A5721E3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50BA143D-BA71-1C26-BED0-71B656D5930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AD1B4D53-0CD3-C46A-EC38-57760159D45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A33D6688-7B9F-279B-A39B-FC9E0B1E11D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5C45D244-EA54-90A8-C5F9-91AC546331C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19845D10-4A9D-C031-C8DD-224D4AC734B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D45125D3-0781-2139-5486-378F7EB46C7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B49E1231-8327-A18B-08E5-5D40403F19B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2471700C-6806-3D33-804A-2E1628B93E1D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85F998D6-68EC-B7F6-2C8E-1B583C22F1E8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Elbow Connector 6">
              <a:extLst>
                <a:ext uri="{FF2B5EF4-FFF2-40B4-BE49-F238E27FC236}">
                  <a16:creationId xmlns:a16="http://schemas.microsoft.com/office/drawing/2014/main" id="{0606D2C2-4297-C2BA-3580-407A4C596BA4}"/>
                </a:ext>
              </a:extLst>
            </p:cNvPr>
            <p:cNvCxnSpPr>
              <a:cxnSpLocks/>
              <a:stCxn id="16" idx="3"/>
              <a:endCxn id="10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Date Placeholder 2">
            <a:extLst>
              <a:ext uri="{FF2B5EF4-FFF2-40B4-BE49-F238E27FC236}">
                <a16:creationId xmlns:a16="http://schemas.microsoft.com/office/drawing/2014/main" id="{10F6AADD-02E9-05C6-09A7-210F8271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9DC79ED1-F8C5-43C2-B439-6C7B10ED4945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White Small">
            <a:extLst>
              <a:ext uri="{FF2B5EF4-FFF2-40B4-BE49-F238E27FC236}">
                <a16:creationId xmlns:a16="http://schemas.microsoft.com/office/drawing/2014/main" id="{12C7119B-E22D-555C-EC6A-9C470817CB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hoto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727B95F6-5AD7-4FBE-85A4-E0F6C18B373F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46E8F57-4B58-4448-B61F-F608ADE8080E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61B3755-1832-46DB-B53F-EDA4D7A65AE2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08722D1D-EE77-4A76-9625-12C59E3041BF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103FCE8-67B9-44FD-ADC2-F74C7D94E88E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8102FD0-4DBE-49D8-8770-3105624D1015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A45C1FF-06DA-4D3D-8F13-BE44F9187A56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5E051F2-A520-47B7-B0D4-684C184603F7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0B62E03-8E73-4D96-81E7-647437CC745F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A7B97F7-2092-494A-B3A7-47EFFD4DF9B3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27852B8-C8FC-453A-8EDE-DA7D2069CDBE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76141AC-EA52-4192-ACA5-8CEA5AFD5236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7B0B103-E789-4585-8685-A2B00E50488A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70A60A8-6414-41F3-8A1F-58EF9552F357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FAB8F13-EF43-4257-9B3B-BBEF864279EF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66DBEF-BFBC-41BD-92D8-7910BCE31E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4212"/>
            <a:ext cx="4059936" cy="42513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A8E09DA5-CE59-4980-A38C-775B245E2BE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117" y="647700"/>
            <a:ext cx="6093883" cy="5557838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[Insert photo]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3AE14D-C9E8-4DD1-B88F-ABF14436C8B4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1B36DD-BF0C-4B14-9147-115951C3D63D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616F768-2608-4A64-9EFD-A0C176267E17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C6E82-FF70-45DD-B237-8AF614E0B1CA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765B458-500F-4213-8616-BDD8F8577250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4AE4B9F-2059-4083-88A6-8B50937E6E70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3AFEC5-428F-4783-8862-AA69D4A2D3F2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FE773742-E532-46B8-80A7-D6B62485FDD6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98A86CA-8D38-4198-8C77-03E74EC69D03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8F64EC-EFF4-BF7F-6E7D-940BAFEAE827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E80AD78-D661-3D37-9A0D-0A14AF0297EC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4DCF59-FC34-8FB0-B010-90C1290FD26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24CCCA-6AA1-7D6D-648F-A0AA183DC347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5DD6A1-C497-2D17-9E54-FFEC73E0830E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C772281-4B70-B513-0A0F-E79B95F1DA45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2F15B6-3ACE-8BD5-0FC5-6C26C3B3654E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C6D08FF-EFD0-8FA0-88E6-BFBC9B9AD7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1C51D32-81EA-CD29-04D9-540292B60F28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A82F4-A2F9-0DB7-8A1D-E2FD23259FC7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26350C1-B817-E23C-BD3D-048CF037578C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230A5D1-CAA4-BF17-F55F-2B061399B5EF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3024636-FC1C-62B3-E526-563504841046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46C81B4-3570-3387-CB36-B8459B900AF7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CE1EEEF-865B-23F1-1620-716CBFDB78B5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3915B1-B86F-352A-9FB5-27DA2F31312B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33C49EB-73C4-B27E-5C7F-1B75BE505602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465D5D3-9E26-8534-A901-FDF1870D2DC7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F86C5B5-D89C-281B-8410-E0D86B53F3EE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EFC8398-3D45-7F37-71CC-649B34F88CDD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8D095B1-AE73-6AF7-4420-2A0CE2ECEA2C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838CAF1-8401-53B4-044E-2CB2E13E5D47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A04D6E8-EA74-01AB-E84F-4FD8B9C36BE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A92FFEB5-746E-05F7-B2E4-20B165CB068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2590894C-6886-CCAA-B23C-F866D22125E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A0C82D30-4E8E-7C20-B12B-463C28371A3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39C114BC-BDF2-FC81-351A-16B517344D7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402FECD7-F1C3-15BC-5760-5BB34C6CE23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B501EC4B-447A-6596-B54D-B9AA9B9466F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D431DAED-0562-A60F-B024-2493F3C0C91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6615BCC9-1105-2277-1AF1-0BF3A4949A9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B804F706-5119-7515-1DA7-2E0923C5A57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A5E4D243-8052-DD98-BA7A-DE4392F53B0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D5A3BD58-16D8-33DC-6583-D064302E09DC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D1FB1F00-B3B0-0B8B-CC29-E5E8C98D9021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0AA15D8B-061E-9A3C-5096-51BC1CCA0955}"/>
                </a:ext>
              </a:extLst>
            </p:cNvPr>
            <p:cNvCxnSpPr>
              <a:cxnSpLocks/>
              <a:stCxn id="17" idx="3"/>
              <a:endCxn id="11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Date Placeholder 2">
            <a:extLst>
              <a:ext uri="{FF2B5EF4-FFF2-40B4-BE49-F238E27FC236}">
                <a16:creationId xmlns:a16="http://schemas.microsoft.com/office/drawing/2014/main" id="{5ACF4FF5-9666-31B3-7555-5FFAE902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9DC79ED1-F8C5-43C2-B439-6C7B10ED4945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White Small">
            <a:extLst>
              <a:ext uri="{FF2B5EF4-FFF2-40B4-BE49-F238E27FC236}">
                <a16:creationId xmlns:a16="http://schemas.microsoft.com/office/drawing/2014/main" id="{26A5068A-B598-0A60-DADD-D64729F43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47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DBEF-BFBC-41BD-92D8-7910BCE31E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5801"/>
            <a:ext cx="4059936" cy="4249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B13624-E523-41DF-BB78-1DA6E2F42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7174" y="1955800"/>
            <a:ext cx="5026027" cy="4249739"/>
          </a:xfr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[Click to add content]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A8C2FD-0AC7-4CF1-98F9-E5B747D3F0C7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07898C-2C33-4E26-B975-5F4709322046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30A77C-FB29-46C6-8BC9-94DAE7141982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B94225-3854-4DAA-A71F-122795C5887D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448CE5-F679-46C4-82EA-A9EEA5D6BC8B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39C8B0F-173B-4D8A-91B6-349345D9572A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4606D8-65A5-49D4-8EE7-4E35E43FC9ED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403890-7EAD-46B2-9415-DBEA5C6C578F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A645C0-2C0D-426C-B6FE-401AFA07FF38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F65435-B63B-4C96-9642-D5CB6D5F7047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DCDEDF2-67DF-40BA-8063-99CAAC300EAA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CC52482-CBBB-4A92-B777-EAB62CDE3D63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EC4AA0E0-C975-4EA5-A32B-E43EE1507DE6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65FAC2-110F-14AE-E187-DB1A0DCBE2FE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14224D-E250-0294-742F-172C180D80E6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70691F6-F035-F7FE-A627-8D72B920CC47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11A9A7-06CE-75C5-FB94-46A187DD1578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EA54A4-F2F5-CEAD-3C41-9A22F08E66E2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3D88D56-3176-69F2-91B1-1E6CF47C9185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C45E34-FD23-8D22-B2F1-B4AE58E9EACB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9FDA2C2-EB50-3DF2-92AD-220133A3C75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9B9C564-0C01-4950-705B-1CC2EE3C4B7E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1AF3346-60B3-29B8-6640-6ADCA20D1808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FB4B893-98FF-D5D1-D83B-5375131C1E50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549F51A-1672-38CA-AEA9-0D036708AE01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D2F74A5-AC21-4463-18D6-28108AF5530A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66AEF7-838F-2513-CF6A-6D78F6E2C354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0A4DDA3-431F-7A19-57E3-BE5D6968B29C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41632A1-72CA-0B40-0F46-5882ECAE6D57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1104775-7EF2-9028-C17A-A99BB42F2675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9E7030-E7FC-CBF7-E5BB-65845D5CACD5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F401229-247C-A1DD-B431-FF9EBF29F541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2555FAA-53C0-E0AA-1653-87906CC042C5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49CB986-5DC8-8B8F-5E2A-E15F4D8FA3D6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ECCAAC6-279E-697C-13F7-EDEBCE4A54AD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A6F0729-0FFB-E711-FDBF-0ABA78E336E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C5D40DB3-9373-EBB0-A784-BE8B9FA684B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C9434B9F-A408-8D64-ED1D-866B9D5BC9F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0BD297D5-53E5-285D-CE03-147AA38E607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D09ABEBE-D4AD-5634-FC7A-9085D533030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38E8DEA2-6EF7-2A55-AC52-971A6C00F1F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53FDE851-06BE-F893-C4EE-BAFEB4A2405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F702BF17-DDA5-3124-DA9B-E4964DE9B36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193FA9B0-8067-E5F1-9127-D4A4AE3009E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50" name="Graphic 49" descr="Close with solid fill">
                  <a:extLst>
                    <a:ext uri="{FF2B5EF4-FFF2-40B4-BE49-F238E27FC236}">
                      <a16:creationId xmlns:a16="http://schemas.microsoft.com/office/drawing/2014/main" id="{33FA7061-FAE5-DA26-57E3-6FBCCBA1305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51" name="Graphic 50" descr="Close with solid fill">
                  <a:extLst>
                    <a:ext uri="{FF2B5EF4-FFF2-40B4-BE49-F238E27FC236}">
                      <a16:creationId xmlns:a16="http://schemas.microsoft.com/office/drawing/2014/main" id="{EF4692AD-FBEF-6C5F-58AB-C11EBB16095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40" name="Freeform: Shape 71">
                <a:extLst>
                  <a:ext uri="{FF2B5EF4-FFF2-40B4-BE49-F238E27FC236}">
                    <a16:creationId xmlns:a16="http://schemas.microsoft.com/office/drawing/2014/main" id="{9CF24B5C-E226-CEAA-E7B3-0846BB4626EF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74">
                <a:extLst>
                  <a:ext uri="{FF2B5EF4-FFF2-40B4-BE49-F238E27FC236}">
                    <a16:creationId xmlns:a16="http://schemas.microsoft.com/office/drawing/2014/main" id="{CEC739EB-A6F0-8A99-51DF-B9CEEB2C2516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E9CD5866-4BAD-B227-88A0-0959FC1E54E6}"/>
                </a:ext>
              </a:extLst>
            </p:cNvPr>
            <p:cNvCxnSpPr>
              <a:cxnSpLocks/>
              <a:stCxn id="27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Date Placeholder 2">
            <a:extLst>
              <a:ext uri="{FF2B5EF4-FFF2-40B4-BE49-F238E27FC236}">
                <a16:creationId xmlns:a16="http://schemas.microsoft.com/office/drawing/2014/main" id="{E58B4F3E-225B-C218-995E-755C2DF4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13826C44-7C03-42D1-87EB-EF0F45A787FC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Black Small">
            <a:extLst>
              <a:ext uri="{FF2B5EF4-FFF2-40B4-BE49-F238E27FC236}">
                <a16:creationId xmlns:a16="http://schemas.microsoft.com/office/drawing/2014/main" id="{A20F7901-B90F-7C0A-F153-F7A33ED08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72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24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4 Phot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DBEF-BFBC-41BD-92D8-7910BCE31E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5801"/>
            <a:ext cx="4059936" cy="4249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divider slide title]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A8C2FD-0AC7-4CF1-98F9-E5B747D3F0C7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07898C-2C33-4E26-B975-5F4709322046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30A77C-FB29-46C6-8BC9-94DAE7141982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B94225-3854-4DAA-A71F-122795C5887D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448CE5-F679-46C4-82EA-A9EEA5D6BC8B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39C8B0F-173B-4D8A-91B6-349345D9572A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4606D8-65A5-49D4-8EE7-4E35E43FC9ED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403890-7EAD-46B2-9415-DBEA5C6C578F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A645C0-2C0D-426C-B6FE-401AFA07FF38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F65435-B63B-4C96-9642-D5CB6D5F7047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DCDEDF2-67DF-40BA-8063-99CAAC300EAA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CC52482-CBBB-4A92-B777-EAB62CDE3D63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1" name="Picture Placeholder 6">
            <a:extLst>
              <a:ext uri="{FF2B5EF4-FFF2-40B4-BE49-F238E27FC236}">
                <a16:creationId xmlns:a16="http://schemas.microsoft.com/office/drawing/2014/main" id="{4B6A9924-736C-4E76-A5C2-55BDE6AEB7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117" y="647700"/>
            <a:ext cx="6093883" cy="5557838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[Insert photo]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8F30ACB-1E5E-4CFB-9DC4-18D7EDD8F1FF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917AA86-703B-3111-A78D-86A586BE0404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5E48B10-62EB-45D8-79C4-684F61FBFA41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E56960D-D9FB-72C2-8A59-90D677FCC0EB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6419159-B0D0-2F27-C977-D8E2CD592647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16A2D7A-318E-C994-2AB9-6751567F8E1E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8C8E8D6-F755-5D5F-A843-ED3AD6F2B677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AE89995-91E9-27E5-43F6-F4DC405DAE50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6AEED39E-19A1-9CAD-B2B2-AD63B144419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CCAA3148-D00B-BD1B-D92F-ED88ED32558A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E2E9103-A3CB-1E41-899F-21DE0C916B27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0FF839D-A421-EC5B-8031-0746E1857975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41B49A52-807D-A078-2360-D9805B02E861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951D5A6-235D-8D08-EF58-21C02966A56A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93A429A5-4975-9546-8855-C23331DDE275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E8A3088-F892-B258-F0F1-460E91CEFDA4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C9D0044-2FF7-AA70-CD04-40DE1958B933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472722D-70C0-764A-1831-B5817BA3AA7A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293ACB4-67F3-4720-B9FE-616466FFC5A8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9434538-F1D6-CACF-BB80-931A98A9964D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ADAF68E-F2EE-2063-39FF-D366C686B292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BFF6556-DBAF-F24B-A34B-9566D7F453CF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F6A35A8-C0A3-0461-48B8-2F54A24C9602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930F4649-FBA4-CBB9-E280-C90C0E9128C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85" name="Graphic 84" descr="Close with solid fill">
                  <a:extLst>
                    <a:ext uri="{FF2B5EF4-FFF2-40B4-BE49-F238E27FC236}">
                      <a16:creationId xmlns:a16="http://schemas.microsoft.com/office/drawing/2014/main" id="{C3035A26-CD5A-424F-1F6F-B28BF5452A3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6" name="Graphic 85" descr="Close with solid fill">
                  <a:extLst>
                    <a:ext uri="{FF2B5EF4-FFF2-40B4-BE49-F238E27FC236}">
                      <a16:creationId xmlns:a16="http://schemas.microsoft.com/office/drawing/2014/main" id="{D6E34519-249F-52AE-A3D6-4AABF0F7B9D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7" name="Graphic 86" descr="Close with solid fill">
                  <a:extLst>
                    <a:ext uri="{FF2B5EF4-FFF2-40B4-BE49-F238E27FC236}">
                      <a16:creationId xmlns:a16="http://schemas.microsoft.com/office/drawing/2014/main" id="{5B3BA7C3-6371-DEEE-B3B0-1D35B15DEDC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8" name="Graphic 87" descr="Close with solid fill">
                  <a:extLst>
                    <a:ext uri="{FF2B5EF4-FFF2-40B4-BE49-F238E27FC236}">
                      <a16:creationId xmlns:a16="http://schemas.microsoft.com/office/drawing/2014/main" id="{9285D586-2746-E0AE-C5B8-882423D778D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89" name="Graphic 88" descr="Close with solid fill">
                  <a:extLst>
                    <a:ext uri="{FF2B5EF4-FFF2-40B4-BE49-F238E27FC236}">
                      <a16:creationId xmlns:a16="http://schemas.microsoft.com/office/drawing/2014/main" id="{E751F3C9-984E-87C4-3FE4-C0F6FB94DF4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0" name="Graphic 89" descr="Close with solid fill">
                  <a:extLst>
                    <a:ext uri="{FF2B5EF4-FFF2-40B4-BE49-F238E27FC236}">
                      <a16:creationId xmlns:a16="http://schemas.microsoft.com/office/drawing/2014/main" id="{8C588B9F-E66D-2886-BB87-84178247CB5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1" name="Graphic 90" descr="Close with solid fill">
                  <a:extLst>
                    <a:ext uri="{FF2B5EF4-FFF2-40B4-BE49-F238E27FC236}">
                      <a16:creationId xmlns:a16="http://schemas.microsoft.com/office/drawing/2014/main" id="{DCC8027F-824E-6F9D-F6EB-FD595C944A4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2" name="Graphic 91" descr="Close with solid fill">
                  <a:extLst>
                    <a:ext uri="{FF2B5EF4-FFF2-40B4-BE49-F238E27FC236}">
                      <a16:creationId xmlns:a16="http://schemas.microsoft.com/office/drawing/2014/main" id="{1E65A776-7F48-B023-08A1-2B6E1DB7A74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3" name="Graphic 92" descr="Close with solid fill">
                  <a:extLst>
                    <a:ext uri="{FF2B5EF4-FFF2-40B4-BE49-F238E27FC236}">
                      <a16:creationId xmlns:a16="http://schemas.microsoft.com/office/drawing/2014/main" id="{EE104455-37AF-555F-6AA9-DF6D038468B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4" name="Graphic 93" descr="Close with solid fill">
                  <a:extLst>
                    <a:ext uri="{FF2B5EF4-FFF2-40B4-BE49-F238E27FC236}">
                      <a16:creationId xmlns:a16="http://schemas.microsoft.com/office/drawing/2014/main" id="{B2F8C3FF-7587-9AD5-2717-58144AE12C4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83" name="Freeform: Shape 71">
                <a:extLst>
                  <a:ext uri="{FF2B5EF4-FFF2-40B4-BE49-F238E27FC236}">
                    <a16:creationId xmlns:a16="http://schemas.microsoft.com/office/drawing/2014/main" id="{6DAE3CF9-8CB1-C434-85A2-8187FAB44E52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: Shape 74">
                <a:extLst>
                  <a:ext uri="{FF2B5EF4-FFF2-40B4-BE49-F238E27FC236}">
                    <a16:creationId xmlns:a16="http://schemas.microsoft.com/office/drawing/2014/main" id="{FA240C2E-C0E6-55EB-D8EC-BB2E744736ED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237A72DF-84C1-9F0B-0712-8AE870CF4324}"/>
                </a:ext>
              </a:extLst>
            </p:cNvPr>
            <p:cNvCxnSpPr>
              <a:cxnSpLocks/>
              <a:stCxn id="70" idx="3"/>
              <a:endCxn id="64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EA9FB064-AD39-1D02-7DFA-15AF6C23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13826C44-7C03-42D1-87EB-EF0F45A787FC}" type="datetime4">
              <a:rPr lang="en-US" smtClean="0"/>
              <a:t>July 2, 2026</a:t>
            </a:fld>
            <a:endParaRPr lang="en-US"/>
          </a:p>
        </p:txBody>
      </p:sp>
      <p:pic>
        <p:nvPicPr>
          <p:cNvPr id="3" name="SPG Ratings Black Small">
            <a:extLst>
              <a:ext uri="{FF2B5EF4-FFF2-40B4-BE49-F238E27FC236}">
                <a16:creationId xmlns:a16="http://schemas.microsoft.com/office/drawing/2014/main" id="{6904E4D9-A0EC-5A04-7A18-A791823581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32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24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4C3E0C-55B5-4DE0-B5B2-69464524EA73}"/>
              </a:ext>
            </a:extLst>
          </p:cNvPr>
          <p:cNvSpPr/>
          <p:nvPr userDrawn="1"/>
        </p:nvSpPr>
        <p:spPr>
          <a:xfrm>
            <a:off x="1" y="1470455"/>
            <a:ext cx="12191999" cy="3917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pPr algn="ctr"/>
            <a:r>
              <a:rPr lang="en-US" sz="14000" b="1">
                <a:solidFill>
                  <a:schemeClr val="tx1"/>
                </a:solidFill>
              </a:rPr>
              <a:t>TITLES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2CCD58-E913-4222-A444-63939C854ADE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13E7D0-2424-4345-B281-CB9243DFDB61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E300AB-77EF-4C90-812E-630DDCE08B5A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A0290-A315-497D-9B33-74C0E6247B16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3B388A3-A225-4A74-8E1D-E94F037A1B83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9CFC21-52FC-470B-9A9C-D31718BFF401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DC9E8DB-99B7-466F-9024-BCB317955DD1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A9491120-B700-4F1A-9AF2-4C88E6F7F35A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E700D65-AB2C-414C-AA5F-5FCE269088B2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A0BDA2-7963-0A54-F5FB-FFE6FAE6B629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26B88A-916E-61EC-B065-5C0A39CA8477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F9D2AB7-A022-19D2-3972-3384715E9B80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B3BD46-BFAD-4BF3-84C4-2B64B770AE13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DD9645-D1BA-BB59-A465-5C0C903E7481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2AD65E-A47A-9668-ABAF-EE5EE736448A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941C23-8966-7E48-433E-07136D59EB71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D64BD63-E524-472F-2008-0BF23E0E3B8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5D5EE7E-C00B-564A-48A4-EAAA964F25F8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695CB62-760B-EE9A-EEF7-5EDBEDADAE3B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6E59BF-E652-2FE6-4A43-6C7387662A68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49CC992-9DFB-0E8C-A561-D65F172A0D11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51F399F-62D5-0D28-0A79-945C836E50D9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0B8BD35-A4B4-FFC9-4449-AC3F1B7A6340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C194583-90EB-CB22-C1C4-4B41C8D8F5CB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9AD9F7F-22C4-C03B-B35A-8349776BD17B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6839F32-53AD-A1BA-7D4E-F40C0518A32D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4952A9-E757-6BAB-596D-6D6D6BF75013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38FC054-8DC4-F052-57D0-F8EA786D9006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5D257AA-0FAE-9740-C1BF-0A673BB84952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791987-E222-690C-743D-550568FEBECE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3BE133-7604-2931-660B-CB35532DEDCF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3F232EB-56DF-A605-EA63-76EB79F233F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3" name="Graphic 32" descr="Close with solid fill">
                  <a:extLst>
                    <a:ext uri="{FF2B5EF4-FFF2-40B4-BE49-F238E27FC236}">
                      <a16:creationId xmlns:a16="http://schemas.microsoft.com/office/drawing/2014/main" id="{A7FB6F15-C513-148C-D867-31BA24641B1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Close with solid fill">
                  <a:extLst>
                    <a:ext uri="{FF2B5EF4-FFF2-40B4-BE49-F238E27FC236}">
                      <a16:creationId xmlns:a16="http://schemas.microsoft.com/office/drawing/2014/main" id="{1B2111D6-C0E7-4074-853A-83F8E361A0D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Close with solid fill">
                  <a:extLst>
                    <a:ext uri="{FF2B5EF4-FFF2-40B4-BE49-F238E27FC236}">
                      <a16:creationId xmlns:a16="http://schemas.microsoft.com/office/drawing/2014/main" id="{77B6C1AE-F512-C92D-803A-5D450598EE1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6" name="Graphic 35" descr="Close with solid fill">
                  <a:extLst>
                    <a:ext uri="{FF2B5EF4-FFF2-40B4-BE49-F238E27FC236}">
                      <a16:creationId xmlns:a16="http://schemas.microsoft.com/office/drawing/2014/main" id="{E6E8E6F2-90A3-5409-20A5-61779885F42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CBB4A1D8-9C5A-E713-50C0-60E70B69F36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C9AAE4A6-2B4A-CAE9-2D30-9ACBD84529A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7D1DDAB7-0B79-651C-8E56-43DF47F37D4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F24BBD52-D6A1-7C9E-1099-0B1CD5D7E8A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8BECBBC8-690A-895F-F374-3E80EF99A4E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0582E533-B0E7-2AE7-A45A-E77F175F56F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1" name="Freeform: Shape 71">
                <a:extLst>
                  <a:ext uri="{FF2B5EF4-FFF2-40B4-BE49-F238E27FC236}">
                    <a16:creationId xmlns:a16="http://schemas.microsoft.com/office/drawing/2014/main" id="{28F4FEE4-EA8D-EC58-0F7D-5176171C6C78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74">
                <a:extLst>
                  <a:ext uri="{FF2B5EF4-FFF2-40B4-BE49-F238E27FC236}">
                    <a16:creationId xmlns:a16="http://schemas.microsoft.com/office/drawing/2014/main" id="{37D0C0EC-2F9A-9FAE-25BF-3F47B651044C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24DE0239-8936-02E4-955F-951FE3FAA9E4}"/>
                </a:ext>
              </a:extLst>
            </p:cNvPr>
            <p:cNvCxnSpPr>
              <a:cxnSpLocks/>
              <a:stCxn id="18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01581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00B4E-860B-417F-BB29-99B57E549B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7175" y="1955800"/>
            <a:ext cx="5026025" cy="4249738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/>
            </a:lvl1pPr>
            <a:lvl2pPr marL="228600" indent="-228600">
              <a:defRPr/>
            </a:lvl2pPr>
          </a:lstStyle>
          <a:p>
            <a:pPr lvl="0"/>
            <a:r>
              <a:rPr lang="en-US"/>
              <a:t>[Click to add content items]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2682C-9645-49CB-B172-BAA7F6EF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1BF1-FE4A-46AB-98F2-7D703B37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1BE429-C3BF-4A3B-ABAB-1DEBDFEA64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" y="1955801"/>
            <a:ext cx="4059936" cy="4249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[Add Table of Contents title text here]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02A8A90-F3F6-DCB3-9577-31242AFE5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441E4566-807F-4FBE-86C8-34EA890D3AB1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34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BBBE1557-BB22-495E-A5C7-D2F25E1F6819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6F1309B-0845-4EB2-A3CA-C07F324EFAA6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4031439D-13AF-4415-A3CA-F328745318A0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85F783B-8563-4B40-8E71-E66B9701C0EB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160E239-D8BE-43CF-ACD4-E35D16194422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4BBAE14-FB62-4D6A-B79C-AFB8121868C0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59BB5C7-E865-464E-99BF-7DA91B3F13BB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ED9518A-784E-4E5C-AF5F-CF9C0F050DC8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D06CB30-646E-4F84-9926-BF27349370AB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FBBDBCC-707F-4D78-9298-8E40AB2F8B15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D9AB454-D37B-4481-8B49-942B6DBFF517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9F46618-918C-429E-807F-83C53CFE919E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89CD463-234E-48C6-AC26-710872AB6DBA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A60D699-170D-41A0-856D-C14CCA21581D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85A9B8A-9140-4969-A330-88AA14280A79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5B1D9F-FE9B-4F62-9422-68C960A22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382" y="3694176"/>
            <a:ext cx="7114032" cy="139957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0"/>
            </a:lvl1pPr>
          </a:lstStyle>
          <a:p>
            <a:r>
              <a:rPr lang="en-US"/>
              <a:t>[Presentation title max two lines]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2521EE-A926-423E-A2FE-B2B920A54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5219272"/>
            <a:ext cx="7114033" cy="47509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[Presentation subtitle]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5494EC-E9A8-46D3-959D-EFC8E3528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96672" y="3694176"/>
            <a:ext cx="3035808" cy="1882760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0" indent="0">
              <a:buNone/>
              <a:defRPr sz="1200"/>
            </a:lvl2pPr>
            <a:lvl3pPr marL="0" indent="0"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</a:lstStyle>
          <a:p>
            <a:pPr lvl="0"/>
            <a:r>
              <a:rPr lang="en-US"/>
              <a:t>[Add Presenter name(s) / Department / Title]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B20403D-A1B9-4FD9-A965-85BAD0B8C6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6672" y="5711950"/>
            <a:ext cx="3035808" cy="214805"/>
          </a:xfrm>
        </p:spPr>
        <p:txBody>
          <a:bodyPr>
            <a:noAutofit/>
          </a:bodyPr>
          <a:lstStyle>
            <a:lvl1pPr marL="0" indent="0" algn="l">
              <a:buNone/>
              <a:defRPr sz="12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[Insert date]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49C3F766-EA21-430B-B510-A5ED94165E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1"/>
            <a:ext cx="12191999" cy="3163824"/>
          </a:xfrm>
          <a:blipFill>
            <a:blip r:embed="rId2"/>
            <a:stretch>
              <a:fillRect l="-296" t="-145918" r="-226" b="-814"/>
            </a:stretch>
          </a:blipFill>
        </p:spPr>
        <p:txBody>
          <a:bodyPr lIns="182880" tIns="182880" rIns="182880" bIns="27432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[Insert photo]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948813-BD31-401D-947E-A68473B16E47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BD2BDA-4FB2-4A64-86F9-1C049DA7BFB7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0C37F7A-AFEB-48BE-9360-1DC8818B1B57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4F43D1-4FC5-4E72-95A2-C839C4CA70AB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5BB7E29-E753-4218-8C9C-1AFC75516E91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9835C22-9DD0-496B-ADA2-3CFD10CA69B7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EA9AED8-584D-46FB-A854-F952181D7615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5C1F9D4B-D63F-4564-BD0E-084CE5AAC88B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0388E5-E199-4F30-A96A-E840D73E7CC1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BF373-2625-4604-ABB7-5A28399EC8C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-89590" y="6786726"/>
            <a:ext cx="58497" cy="56034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A6EABBD-67E9-4CAE-9B43-903FEE15ABA7}" type="datetime4">
              <a:rPr lang="en-US" smtClean="0"/>
              <a:t>July 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3C8FF-26C1-4663-8C2F-EB432D23C8F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170050" y="6403791"/>
            <a:ext cx="5462429" cy="21480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41434-98FA-4866-91A6-B5C7E037023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2210236" y="6786726"/>
            <a:ext cx="58497" cy="56034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CAC602-2599-0199-ED1A-2C24A072435F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771C219-2C0C-CE8E-DF4F-47B0F52A27C3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FBFF2E-C24B-740A-730F-2214D9373600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ADA124-DD3F-DD54-C483-2E588E40EB4D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C5B448-675F-896B-46CC-A4EA5BFA9CF3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A5F681-A989-3392-B0B5-25CC8DC5F07B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6B94EF-A137-D1BD-FB02-F6DF88F6C6E6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D50A904-BD8F-4845-5236-A38F35C1CAA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A380F6-9533-00DC-3248-D673CC04F2AC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2D085C9-5583-F152-26D9-40582F567AEE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FD4EDCB-C62F-125C-0191-65EE04519BF3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89E8C0A-04C6-3CA0-676C-B92AB81D6B7C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F5C003-3995-BE1B-B68C-BF7B9EE60B7C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F2BC65-D85F-97D6-9FAD-47F1D7F00499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748C175-9093-82B8-2F5E-E85B540E41D7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F173A4-37A0-D714-9345-08F3A472F2BE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1407268-85FC-BE2A-5E61-0352300F1125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600F30E-1BB6-23D7-0AC5-43D7700D75D4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0C0DAC0-B4EE-308C-5998-6F3A41B09624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EDADB7F-118B-3A95-8EEE-C7CD5E641912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190CEF-8571-69DE-29B5-1255ADF4D614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7CEBE9F-DE01-F5B1-5BC0-BC92399D3A93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A559D02-5AF8-3452-880E-F8F2CE3349E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A7DBB3F0-5E82-CF37-6D78-334F42839A9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2C7F65C4-7B31-E503-CB39-3E39932B0CE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CC21C0BF-6D8D-A962-896F-7D043190A7A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F986E2EF-50A4-AF6B-4068-EB5468DF3CC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3E6DC271-CDC2-89CE-7223-8559E80D722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84C76DFF-5835-F9FA-CB8A-CB1002E7A80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43E9F7E9-3603-BF87-02E6-AC67E26C971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0FD604B0-8B7B-35DC-1C08-BA12DAE0154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1A0D0060-6469-A3E0-3F61-762DEC6453B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409BA74D-EF96-E4F1-437E-F4D454AD0F7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8" name="Freeform: Shape 71">
                <a:extLst>
                  <a:ext uri="{FF2B5EF4-FFF2-40B4-BE49-F238E27FC236}">
                    <a16:creationId xmlns:a16="http://schemas.microsoft.com/office/drawing/2014/main" id="{0C0178F7-ABC8-78ED-F1BB-EFC17BA4F3AC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74">
                <a:extLst>
                  <a:ext uri="{FF2B5EF4-FFF2-40B4-BE49-F238E27FC236}">
                    <a16:creationId xmlns:a16="http://schemas.microsoft.com/office/drawing/2014/main" id="{B4838523-EF03-707A-7672-11A55FDA077E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3017092A-5D1B-83F1-7D2B-A779471B10E1}"/>
                </a:ext>
              </a:extLst>
            </p:cNvPr>
            <p:cNvCxnSpPr>
              <a:cxnSpLocks/>
              <a:stCxn id="25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SPG Ratings Colorful Big">
            <a:extLst>
              <a:ext uri="{FF2B5EF4-FFF2-40B4-BE49-F238E27FC236}">
                <a16:creationId xmlns:a16="http://schemas.microsoft.com/office/drawing/2014/main" id="{46AA18B5-D861-E171-98DF-E1ACE785C7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160" y="5725850"/>
            <a:ext cx="1713488" cy="9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300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Botto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E170B52A-0574-4B5D-96F3-FC522D16D7B4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6E61D24-3A89-4ED7-8C27-1DE6C4E39465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F823CB6-1E2E-474A-8F24-AFA2BD8FE923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63CDFBB-CA4D-452A-9F16-21101C658068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DF75DE8-F58C-409F-9E8B-5B3C50FF9791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28FDD5A-ADCD-425E-9D38-F1ABB2E9C078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6C7B8A-E643-4A36-B5D8-444B203808EC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9B6BCEA-F916-4A16-95EC-42595163C24A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A537E61-9D33-4D4E-BB91-503A585F7057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EF041C5-6A09-493D-AF10-E4B72F1B1431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3D4408F-3624-4ACD-A913-24255D971623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757F981-6113-4F8C-BF04-B00633B7C041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0C08679-F038-4FAD-B1EE-1F376677A0AC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A0148F8-6877-42F6-A888-EAB9B0EFF046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A7A113C-106B-4BDD-8FDB-9D861C1DD1FB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5B1D9F-FE9B-4F62-9422-68C960A22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382" y="1294994"/>
            <a:ext cx="7114032" cy="139957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0"/>
            </a:lvl1pPr>
          </a:lstStyle>
          <a:p>
            <a:r>
              <a:rPr lang="en-US"/>
              <a:t>[Presentation title max two lines]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2521EE-A926-423E-A2FE-B2B920A54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2820090"/>
            <a:ext cx="7114033" cy="47509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[Presentation subtitle]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5494EC-E9A8-46D3-959D-EFC8E3528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96672" y="647700"/>
            <a:ext cx="3035808" cy="209939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0" indent="0">
              <a:buNone/>
              <a:defRPr sz="1200"/>
            </a:lvl2pPr>
            <a:lvl3pPr marL="0" indent="0"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</a:lstStyle>
          <a:p>
            <a:pPr lvl="0"/>
            <a:r>
              <a:rPr lang="en-US"/>
              <a:t>[Add Presenter name(s) / Department / Title]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B20403D-A1B9-4FD9-A965-85BAD0B8C6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6672" y="2902160"/>
            <a:ext cx="3035808" cy="214805"/>
          </a:xfrm>
        </p:spPr>
        <p:txBody>
          <a:bodyPr>
            <a:noAutofit/>
          </a:bodyPr>
          <a:lstStyle>
            <a:lvl1pPr marL="0" indent="0" algn="l">
              <a:buNone/>
              <a:defRPr sz="12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[Insert date]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49C3F766-EA21-430B-B510-A5ED94165E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694176"/>
            <a:ext cx="12191999" cy="3163824"/>
          </a:xfrm>
          <a:blipFill>
            <a:blip r:embed="rId2"/>
            <a:stretch>
              <a:fillRect l="-724" t="-148456" r="-500"/>
            </a:stretch>
          </a:blipFill>
        </p:spPr>
        <p:txBody>
          <a:bodyPr lIns="182880" tIns="182880" rIns="182880" bIns="27432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[Insert photo]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4E5B2A-BA77-4B17-8DF6-EA928A0C30F1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AB519E-B546-4342-A2A5-85AA9B713F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2192000" y="6205416"/>
            <a:ext cx="386035" cy="412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D433F79-9C81-4929-99E8-01BCFFB8A639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361783-51E2-41C2-97AC-97C0FF4BED17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CC0C7C0-8FD4-4F9D-8791-0E5F1A014F98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D0FF267-DD03-4957-816F-EC6105E2398E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5033B7-E3CD-4AB5-8C5F-6CA103C2C781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89D045CA-4196-418F-9E09-E5BEF999B6A1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F97331-F6AA-4EBF-845D-D92A086B4D0B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13B07-9E7A-4CE1-95D1-7BDF6E0E821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-70258" y="6806287"/>
            <a:ext cx="54864" cy="54864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B59330A0-730B-48E3-9CDF-A011A7EC1EFC}" type="datetime4">
              <a:rPr lang="en-US" smtClean="0"/>
              <a:t>July 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0B511-0D7A-4A24-9866-4840698E5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170050" y="6403791"/>
            <a:ext cx="5464737" cy="21480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F625B-66C7-41A6-B79F-7688FC3BFBB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2198493" y="6900067"/>
            <a:ext cx="54864" cy="54864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B85F00-0137-F689-9D68-6EED3303BAFA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0E92C9-8CFA-09E1-1768-058017E66A93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96E2CD7-EF9B-83EE-3256-A7A4823CB8F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FF6924-E82E-DC41-0229-713033337BE9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5B191E-C73D-36BB-5CE3-E83041E9E1CF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577FB8A-19F4-8A87-4B0B-F696E269B0D6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7F31B9D-61DB-7E96-3459-14272DE276F0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6BF1E47-6688-F159-6D3A-DC9E3FFF777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32BA9B5-78F5-6AE6-6305-817D63DA67FD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4F2FFFE-820E-80E3-EBD8-994E5EB92207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19B75EC-282F-1DAE-EA10-248658DC2FE4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A52BCE5-1583-70FE-AD42-0B4873576E1E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E9A17A5-CE2C-0452-83C8-DE686CF7E76A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35F9384-A1C0-8CBE-8CD6-767AED5BFB14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105845D-EEAB-B6D8-9B16-53B9311CB81E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2A55B42-AAC2-3CA4-0B6F-9C7CD45FCF07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F313CA-317B-C317-08A0-A0F4B4BFBD5B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07ED136-A2D4-00B0-422F-27BB3EB81D99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D79B918-A6DA-4052-458E-8B28845E8513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95D2222-FF8E-714F-B744-6E06B5DFAFEF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E061213-DD3C-2BD6-5E3B-4476165330FE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0A48F5E-D2D4-4A1C-FB0A-8D1F08A1E50E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A5FA56C-CC7C-29BC-B86A-6344ACD7B20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0378B4DC-E3CB-68A6-9C44-EE9857B93EA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C4138053-5BD6-6D2F-5FCE-98E573F259B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3F255353-E528-9020-A6AF-2F3FBC2847F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DBE6F11E-31E9-F134-A9A3-9BB6F2AEEA7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BD205FEE-8D42-D108-27C7-B900E7D56E5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29818324-E7AB-98DE-C4D4-DAD55758027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E5A98DF6-3FD0-CD07-026F-EC9BE1FB1AE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306D8FCB-0CE5-C3F4-F4A2-651112C3076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54FDA72F-FF61-E93E-7041-D7B8D8D577C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913EAFDE-A63D-EAD1-D801-07EB58B1E94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8" name="Freeform: Shape 71">
                <a:extLst>
                  <a:ext uri="{FF2B5EF4-FFF2-40B4-BE49-F238E27FC236}">
                    <a16:creationId xmlns:a16="http://schemas.microsoft.com/office/drawing/2014/main" id="{15A344DF-6BF2-71E8-E5E4-5CF3CE31F1B3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74">
                <a:extLst>
                  <a:ext uri="{FF2B5EF4-FFF2-40B4-BE49-F238E27FC236}">
                    <a16:creationId xmlns:a16="http://schemas.microsoft.com/office/drawing/2014/main" id="{6B29AF8A-F448-9BAA-5996-17BC2E08DF1C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9BC95EFC-A8F2-03A1-CEF0-7BF549FCD3EB}"/>
                </a:ext>
              </a:extLst>
            </p:cNvPr>
            <p:cNvCxnSpPr>
              <a:cxnSpLocks/>
              <a:stCxn id="25" idx="3"/>
              <a:endCxn id="12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SPG Ratings Red White Big">
            <a:extLst>
              <a:ext uri="{FF2B5EF4-FFF2-40B4-BE49-F238E27FC236}">
                <a16:creationId xmlns:a16="http://schemas.microsoft.com/office/drawing/2014/main" id="{E9A262BC-3816-AB54-07A3-B2FC72D2E6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160" y="173933"/>
            <a:ext cx="1713488" cy="9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5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R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2B285209-705D-4C8F-A941-8AFB2E5D2C3C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00D9C7D-AFD1-476D-91BD-094E88398BA2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3502D2C-FC02-413D-BF15-EA13D66FABA1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8DC0787-9556-40FF-AC3C-627A4350505C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3FA25D3-273D-403A-B304-0E4B1ECD5EA7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CAA6DA2-3739-4786-9A03-964028DD6D69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43EAD03-19C3-4C08-9106-17F0D381CE38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8F96AAC-0FDC-487A-8798-7C5DB274AB64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6919D5B-5686-43F8-8D85-E3882C56212C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C478C54-CEF6-4A4B-9778-A640C995E01C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6141E0D-12DE-44E7-9DD8-08CCF68120E2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C17A532-E264-4325-96BE-495137456920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5742C64-2422-4CDE-8C93-D3BA635E744C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DE561FE-45F1-45FF-89E9-6C99E3BDF7A9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B04D02C-BC6F-44D6-AB2F-7CFF6E7875BE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7B2262-C456-455C-A903-57F749CFF6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65788" y="1287070"/>
            <a:ext cx="6526212" cy="4918468"/>
          </a:xfrm>
          <a:blipFill>
            <a:blip r:embed="rId2"/>
            <a:stretch>
              <a:fillRect l="-724" t="-148455" r="-550" b="-122"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[Insert photo]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B1D9F-FE9B-4F62-9422-68C960A22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1" y="1956282"/>
            <a:ext cx="7189020" cy="1398263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4400" b="0"/>
            </a:lvl1pPr>
          </a:lstStyle>
          <a:p>
            <a:r>
              <a:rPr lang="en-US"/>
              <a:t>[Presentation title max two lines]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2521EE-A926-423E-A2FE-B2B920A54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1" y="3474667"/>
            <a:ext cx="7189020" cy="4754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[Presentation subtitle]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5494EC-E9A8-46D3-959D-EFC8E3528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282" y="4133914"/>
            <a:ext cx="3035808" cy="116694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0" indent="0">
              <a:buNone/>
              <a:defRPr sz="1200"/>
            </a:lvl2pPr>
            <a:lvl3pPr marL="0" indent="0"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</a:lstStyle>
          <a:p>
            <a:pPr lvl="0"/>
            <a:r>
              <a:rPr lang="en-US"/>
              <a:t>[Add Presenter name(s) / Department / Title]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B20403D-A1B9-4FD9-A965-85BAD0B8C6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282" y="5556523"/>
            <a:ext cx="3035808" cy="21480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[Insert date]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3DEC7C-79A3-4144-A817-AE81708959B2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CC483F-468B-416B-B6B1-6BE884C52047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6479E2-9DF3-4DEA-9C4D-CCAD42FF9CCA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90B3E7-0C5B-48B3-8561-36F18D7CB2C6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5341EC9-B150-4429-843B-E5ADA3C39978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CDF022-0744-4164-952F-14D8303C4B39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A96E9CE-9F89-4534-AFC1-85731F0664C8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3DBE3881-0D07-4998-9F92-92FB5C60BD44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9495E87-ABAD-4B57-9E98-7FFE41054BFA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B2B6F-489A-487A-B10A-F4D2464CA12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-91858" y="6899830"/>
            <a:ext cx="54864" cy="54864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37BDFD6-6A07-4A7F-BA7F-C4EBF5C8A9A1}" type="datetime4">
              <a:rPr lang="en-US" smtClean="0"/>
              <a:t>July 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1D4C7-82F0-4511-A668-F8E8F1C0D50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2207900" y="6875928"/>
            <a:ext cx="54864" cy="54864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8A9CAB-4C97-4269-DBB4-925ACE4D073A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C96DD8-A1F9-1F86-BDEA-3BADF03D50E9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35D23F2-1CF0-A40B-1BAE-AD6C18ABB52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69FC84-39FC-B267-7F80-19B1E4315FA3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C6622B-7F94-E673-8BF3-7F2F0DA85D9D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4206AD6-6880-37ED-5391-41E561BF8FF9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E7217C-8B24-F968-8276-6800D4098F66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DE92D22-D2A3-938B-F15F-FEA7425B22C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A751EC0-A5CA-B6CA-C20B-DE108A2EB2A1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6C784A0-27C5-F0BC-E65E-14CB79CCFE5E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CE2FA46-100B-51AB-F09F-66F8E4FE3C6D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8AD4C79-0540-65AF-B2AB-AC23122F70F6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198B0D-A193-FE65-25EA-AD81CAED354F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3594E21-EDF8-8515-3A0C-E5114082EF11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13070F8-88CB-A1B1-DB1D-A18B40CBF792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9DF5553-362D-CD25-1FF1-86FE2D932A6A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A1A6B2A-4AC3-E439-7610-A5B021936BF0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C114F1E-523B-28E8-DFF4-7E2491093E86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ED9B11B-43A8-FBAA-5D1D-2C8470890636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50643B0-910D-B40D-5678-C1521AFA21B3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66983D6-B697-AF5B-D86C-AE7E4DC91FF9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A7E98E6-CECB-5183-C5F5-C4B0C48ABDB2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F83D5E8-FD0D-DBDE-5923-E94E69470EC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352E07D5-3349-14BE-CF0C-01FFF72D3E7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46564081-5178-2306-DB13-C9B61D554AE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53F0F7FA-4E39-6739-047A-12F58286BCB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BE010D7F-D00F-3758-ECAC-55FBCEDC8FA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BAC17718-605C-1EE0-D713-BABC4B0D9B4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C1834134-3F17-C458-6E51-DFAC2E8B3F0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E84C4431-14E2-38D1-5A52-7BCC2601A4D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5C5A67A3-C6A4-9549-A1DD-45B13DEE4F43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D6DEB18D-2468-BBB6-2381-DBF825DC9A2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9" name="Graphic 48" descr="Close with solid fill">
                  <a:extLst>
                    <a:ext uri="{FF2B5EF4-FFF2-40B4-BE49-F238E27FC236}">
                      <a16:creationId xmlns:a16="http://schemas.microsoft.com/office/drawing/2014/main" id="{189DE229-2D49-EFF8-0518-CA57242CBE2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8" name="Freeform: Shape 71">
                <a:extLst>
                  <a:ext uri="{FF2B5EF4-FFF2-40B4-BE49-F238E27FC236}">
                    <a16:creationId xmlns:a16="http://schemas.microsoft.com/office/drawing/2014/main" id="{FA177AC0-8D47-5E39-6354-F338DE2839CF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74">
                <a:extLst>
                  <a:ext uri="{FF2B5EF4-FFF2-40B4-BE49-F238E27FC236}">
                    <a16:creationId xmlns:a16="http://schemas.microsoft.com/office/drawing/2014/main" id="{04C2D630-F252-FC2E-A167-50DA6C865AA6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570AFF03-8195-5790-9E9B-DABD612A2150}"/>
                </a:ext>
              </a:extLst>
            </p:cNvPr>
            <p:cNvCxnSpPr>
              <a:cxnSpLocks/>
              <a:stCxn id="25" idx="3"/>
              <a:endCxn id="19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Footer Placeholder 3">
            <a:extLst>
              <a:ext uri="{FF2B5EF4-FFF2-40B4-BE49-F238E27FC236}">
                <a16:creationId xmlns:a16="http://schemas.microsoft.com/office/drawing/2014/main" id="{30BA2E30-15B2-E170-E240-7D9B9061020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170050" y="6403791"/>
            <a:ext cx="5464737" cy="21480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pic>
        <p:nvPicPr>
          <p:cNvPr id="4" name="SPG Ratings White Big">
            <a:extLst>
              <a:ext uri="{FF2B5EF4-FFF2-40B4-BE49-F238E27FC236}">
                <a16:creationId xmlns:a16="http://schemas.microsoft.com/office/drawing/2014/main" id="{0657B3A3-5BE5-2CFF-16E6-B94275BA9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160" y="173933"/>
            <a:ext cx="1713488" cy="9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64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ank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6EB64E27-0618-4E65-8CB4-FCD7F4351DF3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DEA62B0-2835-4EDE-8B75-2FB85E7666BC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C1FC8A2-36B3-400F-A042-75077492A9BF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40CCC65-28AB-49B1-9813-C39743DDA9C3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A2AA5D0D-D26E-48A9-9B47-A5BB998C4FCC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4D94432-CB1F-4EE3-BC6B-B174E7B5B39B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38DC04E-1A74-4114-95EE-871364D9B49B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8B27100-F447-416B-8752-DC9C3465B79C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1370FA-E0C5-4DDC-8946-4958159BA8AC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E1133AF-7AB4-4FCC-A06F-35F8B4048E4C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3D40113-1CD2-4F59-8F83-B9415CAD8B58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EB38F7D-9222-4C5F-B84F-007925FEDFBD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9913A1E-6909-4DF7-8232-57CCBDC51134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7435DCD-381E-40A7-8575-75387DEDEC1B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CA3929-073D-4A99-BA6D-9F5FBA190879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5B1D9F-FE9B-4F62-9422-68C960A22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1" y="1959840"/>
            <a:ext cx="7189020" cy="1398263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4400" b="0"/>
            </a:lvl1pPr>
          </a:lstStyle>
          <a:p>
            <a:r>
              <a:rPr lang="en-US"/>
              <a:t>[Presentation title max two lines]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2521EE-A926-423E-A2FE-B2B920A54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1" y="3478225"/>
            <a:ext cx="7189020" cy="4754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[Presentation subtitle]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5494EC-E9A8-46D3-959D-EFC8E3528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282" y="4133914"/>
            <a:ext cx="3035808" cy="116694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0" indent="0">
              <a:buNone/>
              <a:defRPr sz="1200"/>
            </a:lvl2pPr>
            <a:lvl3pPr marL="0" indent="0"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</a:lstStyle>
          <a:p>
            <a:pPr lvl="0"/>
            <a:r>
              <a:rPr lang="en-US"/>
              <a:t>[Add Presenter name(s) / Department / Title]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B20403D-A1B9-4FD9-A965-85BAD0B8C6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282" y="5556523"/>
            <a:ext cx="3035808" cy="21480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[Insert date]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48F06B-101D-4AC6-B5A1-D4C6DC1DC1E4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9A438F-EC51-4D26-B661-2EAD720C07CA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BD921F-4EE9-40CB-99AD-3B60994C2D55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05D682-0C07-468D-8664-04E726BF794A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5AFF6D-273A-4DDD-B466-929EBD166B52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F76FDE2-A8A3-4534-9F53-836640B701EF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47F59E-74E5-4D19-B087-1409F7DADF1D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5E1F82C3-DAD1-4EB6-B300-D338DC3B22E3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6E26F63-06C3-4579-B7AB-F7A1ED499230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4D30C-936C-4967-AFC6-B93F623CA6F5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-87990" y="6895674"/>
            <a:ext cx="54864" cy="54864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47A43F-8638-4F82-ABF5-EB2A181FDBD0}" type="datetime4">
              <a:rPr lang="en-US" smtClean="0"/>
              <a:t>July 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87BD7-3AD4-41A6-85D5-142F30CCDA5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170050" y="6403791"/>
            <a:ext cx="5464737" cy="21480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EF5F0-4550-4190-9246-F1A51D3CF48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2212531" y="6895673"/>
            <a:ext cx="54864" cy="54864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A9814-D28F-5C8A-D5E1-A8D51676F403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B2B9214-6DCB-5240-0EBF-354478D221A5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76F015-6344-414F-749E-7064E57A2F26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F3DA44-670B-3367-48AE-E4ED70F36ABE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20AFEA-96A6-62F6-C8E1-73F79B225AFF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82523EC-7CC8-0045-F25D-285261F1F044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5491C5-F862-EF85-5E09-B94FB4F31278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2A4E80-DD90-420C-EE1D-EA5DBD526C7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E6355A-39DD-F2D9-C7F3-7516A857A024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4B4D9C3-5789-97F9-5AD0-820D816D5AD2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906BD1E-8FFA-68CB-DC36-07F559297E10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F2E8D4-4A86-D12F-707F-91DC8A5934C8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589620C-BACF-5244-D95F-13DB16321B6F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E000A90-3EB3-A1AE-B151-4892D532B672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CD5CEC-D2D4-ADFD-49D9-0AB4F751849D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1D1ABE9-CCA4-6CF1-E78D-D6756A3227EB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4FC0AD4-7714-CD01-9DD2-1607C4351561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070A31E-DAD8-1734-D7C0-1BD965043703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3F9F88C-2F14-E72F-A30D-A235BD06D27D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31D351F-4C48-8E46-D737-767E2CB9EC8F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78523B-EAFA-6E1C-2548-DD0BAF9FD3BF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820435-79A2-F89C-CCFA-5470F621ABE0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22DE793-496C-B54A-6513-116669CE4EE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2F7E6DBC-CB66-0C2E-8B9D-72B4D415C56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B9600807-4167-1547-61D4-6E18038A8DD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5FD9CDAB-CF50-214A-D6CB-0A2AB246378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F9F464B1-E39D-FD73-5F40-8C4FB7084B4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5E8CF939-66AA-9E32-92FF-89BA4ED65AE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B7FECB1F-2AD3-761A-E022-8E74E62D70A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033328C9-F5D1-508F-A820-EA7B4C24E86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52F03866-B678-3747-911A-24DE9743797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7" name="Graphic 46" descr="Close with solid fill">
                  <a:extLst>
                    <a:ext uri="{FF2B5EF4-FFF2-40B4-BE49-F238E27FC236}">
                      <a16:creationId xmlns:a16="http://schemas.microsoft.com/office/drawing/2014/main" id="{9DD60EE6-37E8-324D-0AB0-3E5D9A79EFB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8" name="Graphic 47" descr="Close with solid fill">
                  <a:extLst>
                    <a:ext uri="{FF2B5EF4-FFF2-40B4-BE49-F238E27FC236}">
                      <a16:creationId xmlns:a16="http://schemas.microsoft.com/office/drawing/2014/main" id="{37BF9350-32B6-7E40-BB37-11F6A606157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7" name="Freeform: Shape 71">
                <a:extLst>
                  <a:ext uri="{FF2B5EF4-FFF2-40B4-BE49-F238E27FC236}">
                    <a16:creationId xmlns:a16="http://schemas.microsoft.com/office/drawing/2014/main" id="{2FB55A43-70A4-5516-D596-35E6F2C5E4E2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74">
                <a:extLst>
                  <a:ext uri="{FF2B5EF4-FFF2-40B4-BE49-F238E27FC236}">
                    <a16:creationId xmlns:a16="http://schemas.microsoft.com/office/drawing/2014/main" id="{D906A549-B3C7-70EB-BEF6-529BC9AAF06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28C77BF4-9A08-AC3D-E2C1-2BAC5ADEADC4}"/>
                </a:ext>
              </a:extLst>
            </p:cNvPr>
            <p:cNvCxnSpPr>
              <a:cxnSpLocks/>
              <a:stCxn id="24" idx="3"/>
              <a:endCxn id="13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SPG Ratings White Big">
            <a:extLst>
              <a:ext uri="{FF2B5EF4-FFF2-40B4-BE49-F238E27FC236}">
                <a16:creationId xmlns:a16="http://schemas.microsoft.com/office/drawing/2014/main" id="{801E4B75-45F6-C64C-903C-26C785E7E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160" y="173933"/>
            <a:ext cx="1713488" cy="9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68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CBDE4C0C-1F1C-4F02-A6EB-F2554ADE887B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B2B82C4-5A7B-4C3E-85F1-302BA123FDF8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C4CA50C-DC6B-4532-80EA-F28E8B51C0E1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D4227544-25B8-43F2-A382-09126CE1D53D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DE0598B-21E1-4AC9-9DD3-9587CF3B2E21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D4965106-C953-4340-ADAD-E33C3D5AB84E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268C2DAF-71D0-4E92-89F7-63BF5CCA1964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5C85142-108D-4D31-8381-651F3B71FEC3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126A0FC-AB3D-4457-832F-9CAA4807D44D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7D5183D-E7EC-4733-A453-DD3011C74727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CE7D18F-A860-4DD8-9A7F-DA37E4C3AA63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76B2D8-9387-4E72-A78D-008F7B1DE7A6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96D2839-C002-4B6C-8039-6A2215DD0921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2CA74D5-3BD1-4495-8E67-2D08372A8A79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53572D4-8E61-4A83-8938-8C0CB8CA936C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784" y="1956816"/>
            <a:ext cx="7187184" cy="139903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/>
            </a:lvl1pPr>
          </a:lstStyle>
          <a:p>
            <a:r>
              <a:rPr lang="en-US"/>
              <a:t>[Presentation title max two lines]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8799" y="3474720"/>
            <a:ext cx="7187184" cy="73930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[Presentation subtitle]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6BA038-2C76-4471-9639-0C56434FB7B6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1C0E8F-74CC-4F47-A92F-139B6B63BAED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F48AF1-AFFB-470F-AA8A-E6D9D296D966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1FAC2A-8D2A-43FA-A89A-FD41958C13C8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4E9768B-A287-45E9-B93C-8F74CC3CBCEE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475D874-C0C6-4E4B-BB98-E542146BD63C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785CC4C-3F34-42B2-9537-BFD82F7DE4BA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E6806D8E-6A7F-40D9-BCCF-3FD869EFAA9A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D822507-3E4E-4D69-9341-50B46011FEA6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1B2B-FF47-4712-B01E-60357245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13212" y="6895670"/>
            <a:ext cx="54864" cy="54864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3FFA8F6-0CEB-4B85-8298-06AD4AB4E6C2}" type="datetime4">
              <a:rPr lang="en-US" smtClean="0"/>
              <a:t>July 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CE996-91E9-401D-B376-AACD0142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18837" y="6920899"/>
            <a:ext cx="54864" cy="54864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83FD41-A361-26DD-2B2F-6025CB546823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7E13506-C1B6-4469-606A-03C8904B3368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600C67A-DD66-4B41-9555-6806C807F875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02A09A-D580-0498-0A08-E9062286AED4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B09608-6CA3-3202-36B0-219F4F2AA250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29ABE37-F105-D2D9-C482-60CC42063356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D6A849-9E84-31DA-4C4F-E547DC2BEDC4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579BA71-E6A2-2E1F-F1D1-97911ECEFA8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32E701-84AA-BB60-0876-AA18A28ED389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116A6FF-255A-8577-BB0D-4703B6E22315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EC93468-5C70-FC2B-7F1B-4B7023FD3C40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47C749E-A4D5-9643-F3BB-5C581A7B8F36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5E04F5F-F670-1DE8-3C6C-883A93A420F1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8BE0CE1-90F7-18E0-8EA6-44FC19D2B449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025952E-4388-B610-2BE9-4D242EBB6C1B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A740C0E-FA6E-6F5E-C377-01D5EC9467EF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0325F8C-9F54-8A86-C90E-A7BD5088FF87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5F09D57-7EF4-3F4B-CB30-860AE4A64A38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F57B0C3-7213-BC9A-E4B5-748F8D38D762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8CB9DBB-FE31-25E3-79EB-9D7433664497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F5FDBA4-6AE6-63CF-E8DF-E3B5317E61A6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2A4D9D1-465A-C164-1A07-5D033B584895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02059A4-2202-398E-6640-E0303749FD0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8D593024-E77C-6236-58A2-6EBC205F215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0D9B1196-D364-8F87-A59B-F438AD81202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9" name="Graphic 38" descr="Close with solid fill">
                  <a:extLst>
                    <a:ext uri="{FF2B5EF4-FFF2-40B4-BE49-F238E27FC236}">
                      <a16:creationId xmlns:a16="http://schemas.microsoft.com/office/drawing/2014/main" id="{D2059D66-7620-D443-CB56-ABAFDB7830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0" name="Graphic 39" descr="Close with solid fill">
                  <a:extLst>
                    <a:ext uri="{FF2B5EF4-FFF2-40B4-BE49-F238E27FC236}">
                      <a16:creationId xmlns:a16="http://schemas.microsoft.com/office/drawing/2014/main" id="{0B8C5311-5210-5829-396C-F35A0C17CB2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1" name="Graphic 40" descr="Close with solid fill">
                  <a:extLst>
                    <a:ext uri="{FF2B5EF4-FFF2-40B4-BE49-F238E27FC236}">
                      <a16:creationId xmlns:a16="http://schemas.microsoft.com/office/drawing/2014/main" id="{9BE595BC-D730-1F62-E763-E5A45382E84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2" name="Graphic 41" descr="Close with solid fill">
                  <a:extLst>
                    <a:ext uri="{FF2B5EF4-FFF2-40B4-BE49-F238E27FC236}">
                      <a16:creationId xmlns:a16="http://schemas.microsoft.com/office/drawing/2014/main" id="{934E40F6-BB63-E66E-B7BE-041CACF9CED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3" name="Graphic 42" descr="Close with solid fill">
                  <a:extLst>
                    <a:ext uri="{FF2B5EF4-FFF2-40B4-BE49-F238E27FC236}">
                      <a16:creationId xmlns:a16="http://schemas.microsoft.com/office/drawing/2014/main" id="{871F7E1E-E5F9-ACA1-4335-7616F4CAC30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4" name="Graphic 43" descr="Close with solid fill">
                  <a:extLst>
                    <a:ext uri="{FF2B5EF4-FFF2-40B4-BE49-F238E27FC236}">
                      <a16:creationId xmlns:a16="http://schemas.microsoft.com/office/drawing/2014/main" id="{DA4D3A6C-1531-7015-5CE0-77F1956A493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lose with solid fill">
                  <a:extLst>
                    <a:ext uri="{FF2B5EF4-FFF2-40B4-BE49-F238E27FC236}">
                      <a16:creationId xmlns:a16="http://schemas.microsoft.com/office/drawing/2014/main" id="{D3827E0A-C81A-D3EB-7EE8-3E4917850CC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46" name="Graphic 45" descr="Close with solid fill">
                  <a:extLst>
                    <a:ext uri="{FF2B5EF4-FFF2-40B4-BE49-F238E27FC236}">
                      <a16:creationId xmlns:a16="http://schemas.microsoft.com/office/drawing/2014/main" id="{4B7E9301-F05F-5FB7-C846-C5F6E9F903E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35" name="Freeform: Shape 71">
                <a:extLst>
                  <a:ext uri="{FF2B5EF4-FFF2-40B4-BE49-F238E27FC236}">
                    <a16:creationId xmlns:a16="http://schemas.microsoft.com/office/drawing/2014/main" id="{60C57253-FBCB-2CCF-DD55-6E1A4DF30616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4741462F-6F00-BCBC-6A62-D8E15F4E4B8A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78EED955-CF3D-FB4C-8135-3270AEC4ABF8}"/>
                </a:ext>
              </a:extLst>
            </p:cNvPr>
            <p:cNvCxnSpPr>
              <a:cxnSpLocks/>
              <a:stCxn id="22" idx="3"/>
              <a:endCxn id="16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Footer Placeholder 3">
            <a:extLst>
              <a:ext uri="{FF2B5EF4-FFF2-40B4-BE49-F238E27FC236}">
                <a16:creationId xmlns:a16="http://schemas.microsoft.com/office/drawing/2014/main" id="{5A0F5CCA-6E0E-2552-FC9F-80EFC168C18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170050" y="6403791"/>
            <a:ext cx="5464737" cy="21480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pic>
        <p:nvPicPr>
          <p:cNvPr id="5" name="SPG Ratings Red White Big">
            <a:extLst>
              <a:ext uri="{FF2B5EF4-FFF2-40B4-BE49-F238E27FC236}">
                <a16:creationId xmlns:a16="http://schemas.microsoft.com/office/drawing/2014/main" id="{8A707CA5-DFDC-2A0F-D6D7-30753C32B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160" y="173933"/>
            <a:ext cx="1713488" cy="9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72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32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557213" y="647700"/>
            <a:ext cx="11077575" cy="5557838"/>
          </a:xfrm>
        </p:spPr>
        <p:txBody>
          <a:bodyPr tIns="0" bIns="0" anchor="t">
            <a:norm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Char char=" "/>
              <a:defRPr sz="9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[Click to add non-bulleted content use Tab / Increase List Level for Second Level with bullet]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362C-2F74-4297-90B9-A57E4AEA86D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396959-DB01-48A2-93AE-24CB6D6314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41B01D25-4AE3-10CF-F03D-60FB0CF831F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/>
          <a:lstStyle/>
          <a:p>
            <a:fld id="{B540AFEB-FE81-41FE-851F-C368010E9787}" type="datetime4">
              <a:rPr lang="en-US" smtClean="0"/>
              <a:t>July 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835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   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A77DE4-BCDB-47D9-B82E-92CB162DC268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500" b="1"/>
              <a:t>DO NOT USE LAYOUTS AFTER THIS!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32137E-BEAB-4227-B846-44FA913DAE42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D64617-65DB-8EDE-7AA4-403D0A5AF3B3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9480F8B-DE4F-B57E-D647-CE6A3BC8B351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7A2DD4-1D1D-4682-909E-B416A3CFBFFA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CFBD23-A85A-605C-8A02-71AC936411DF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2B7076-51B6-6A51-AA97-6869A05B89DF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73E1FC1-9010-2741-904F-0FA78F0E67DF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1178EE-862B-B4E2-7138-428B7184FCCF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02719BD-C675-A399-AF29-1F687E50EC8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647DBC1-96C1-EEB8-946F-6B4D0F3D47F3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1976CDE-BDC9-E722-7D87-B74E3E2D7D65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F8CD73-5D10-5B01-946D-9B54BDB99570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B1EF1F0-3B79-E420-8BAF-093092A421FE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DF4A85B-529F-9614-B3A5-6092CE316162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0E71511-08AE-AA60-7958-06DBD4245960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C144632-E0D9-8C50-2444-CC0DE177056C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3404E5-1CA2-C71C-8EB9-08667EC060B0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0358FB1-2401-AE50-4E09-BBE2DB09F47A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5E0A8C-B671-6A54-21F2-41F0FF126E9C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DF7D52B-CDCA-17EB-3EFB-0B3BF79EE1E0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129E711-EA53-F774-F9AF-C800D7B0B99A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7D4BD90-C8C0-7363-DA79-D102412EDED8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CF1D809-3DD0-ECEF-112D-BD56D73572BB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950A48D-0920-6654-9A93-E2EC26655A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29" name="Graphic 28" descr="Close with solid fill">
                  <a:extLst>
                    <a:ext uri="{FF2B5EF4-FFF2-40B4-BE49-F238E27FC236}">
                      <a16:creationId xmlns:a16="http://schemas.microsoft.com/office/drawing/2014/main" id="{1BE33CDA-AA0E-3966-2B47-6D665541C0C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0" name="Graphic 29" descr="Close with solid fill">
                  <a:extLst>
                    <a:ext uri="{FF2B5EF4-FFF2-40B4-BE49-F238E27FC236}">
                      <a16:creationId xmlns:a16="http://schemas.microsoft.com/office/drawing/2014/main" id="{D13E8A73-4490-E485-1E6D-C8A284B513E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1" name="Graphic 30" descr="Close with solid fill">
                  <a:extLst>
                    <a:ext uri="{FF2B5EF4-FFF2-40B4-BE49-F238E27FC236}">
                      <a16:creationId xmlns:a16="http://schemas.microsoft.com/office/drawing/2014/main" id="{AFDF7C63-BA56-E9FC-FD5A-12298364E65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2" name="Graphic 31" descr="Close with solid fill">
                  <a:extLst>
                    <a:ext uri="{FF2B5EF4-FFF2-40B4-BE49-F238E27FC236}">
                      <a16:creationId xmlns:a16="http://schemas.microsoft.com/office/drawing/2014/main" id="{29A884FB-817D-C3AB-8898-9AB64F7BA87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3" name="Graphic 32" descr="Close with solid fill">
                  <a:extLst>
                    <a:ext uri="{FF2B5EF4-FFF2-40B4-BE49-F238E27FC236}">
                      <a16:creationId xmlns:a16="http://schemas.microsoft.com/office/drawing/2014/main" id="{49A3ABDE-B9C1-9345-6E36-511397E4B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4" name="Graphic 33" descr="Close with solid fill">
                  <a:extLst>
                    <a:ext uri="{FF2B5EF4-FFF2-40B4-BE49-F238E27FC236}">
                      <a16:creationId xmlns:a16="http://schemas.microsoft.com/office/drawing/2014/main" id="{F54B8CD9-728F-2274-614C-E85F90EB1C0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Close with solid fill">
                  <a:extLst>
                    <a:ext uri="{FF2B5EF4-FFF2-40B4-BE49-F238E27FC236}">
                      <a16:creationId xmlns:a16="http://schemas.microsoft.com/office/drawing/2014/main" id="{D58D73DD-332A-0926-07D5-8E4CEE106B0A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6" name="Graphic 35" descr="Close with solid fill">
                  <a:extLst>
                    <a:ext uri="{FF2B5EF4-FFF2-40B4-BE49-F238E27FC236}">
                      <a16:creationId xmlns:a16="http://schemas.microsoft.com/office/drawing/2014/main" id="{6313E80A-4082-C2C5-2CD1-5CFFE22CFB0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7" name="Graphic 36" descr="Close with solid fill">
                  <a:extLst>
                    <a:ext uri="{FF2B5EF4-FFF2-40B4-BE49-F238E27FC236}">
                      <a16:creationId xmlns:a16="http://schemas.microsoft.com/office/drawing/2014/main" id="{55479874-9AA2-5889-2161-ECCB6B32F5C2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38" name="Graphic 37" descr="Close with solid fill">
                  <a:extLst>
                    <a:ext uri="{FF2B5EF4-FFF2-40B4-BE49-F238E27FC236}">
                      <a16:creationId xmlns:a16="http://schemas.microsoft.com/office/drawing/2014/main" id="{2E430DE1-21A5-7597-6B50-454B96071D4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27" name="Freeform: Shape 71">
                <a:extLst>
                  <a:ext uri="{FF2B5EF4-FFF2-40B4-BE49-F238E27FC236}">
                    <a16:creationId xmlns:a16="http://schemas.microsoft.com/office/drawing/2014/main" id="{866049D1-BD26-2AEA-423C-FFF57595949A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74">
                <a:extLst>
                  <a:ext uri="{FF2B5EF4-FFF2-40B4-BE49-F238E27FC236}">
                    <a16:creationId xmlns:a16="http://schemas.microsoft.com/office/drawing/2014/main" id="{45494D37-1335-56B4-1E1F-F5B933E279E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06B88947-2EB3-EC16-6C72-1BFCAB602869}"/>
                </a:ext>
              </a:extLst>
            </p:cNvPr>
            <p:cNvCxnSpPr>
              <a:cxnSpLocks/>
              <a:stCxn id="14" idx="3"/>
              <a:endCxn id="8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373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B53055D-29D5-4FE1-BE64-E17CAF363092}"/>
              </a:ext>
            </a:extLst>
          </p:cNvPr>
          <p:cNvGrpSpPr/>
          <p:nvPr userDrawn="1"/>
        </p:nvGrpSpPr>
        <p:grpSpPr>
          <a:xfrm>
            <a:off x="12192996" y="647700"/>
            <a:ext cx="139664" cy="5046663"/>
            <a:chOff x="12192996" y="647700"/>
            <a:chExt cx="139664" cy="5046663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239ECE5-FA9C-4670-87F6-C0D934E9AAE7}"/>
                </a:ext>
              </a:extLst>
            </p:cNvPr>
            <p:cNvCxnSpPr/>
            <p:nvPr userDrawn="1"/>
          </p:nvCxnSpPr>
          <p:spPr>
            <a:xfrm>
              <a:off x="12192996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D1EA425-A7BD-47A4-B2D5-16D157827594}"/>
                </a:ext>
              </a:extLst>
            </p:cNvPr>
            <p:cNvGrpSpPr/>
            <p:nvPr userDrawn="1"/>
          </p:nvGrpSpPr>
          <p:grpSpPr>
            <a:xfrm>
              <a:off x="12202508" y="647700"/>
              <a:ext cx="130152" cy="5046663"/>
              <a:chOff x="12202508" y="647700"/>
              <a:chExt cx="130152" cy="5046663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D274501-4E1B-4808-B24A-1DD2E90B8BE3}"/>
                  </a:ext>
                </a:extLst>
              </p:cNvPr>
              <p:cNvCxnSpPr/>
              <p:nvPr userDrawn="1"/>
            </p:nvCxnSpPr>
            <p:spPr>
              <a:xfrm>
                <a:off x="12202508" y="5694363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C8E6B1F-3105-4A91-B970-D589ADB77A85}"/>
                  </a:ext>
                </a:extLst>
              </p:cNvPr>
              <p:cNvCxnSpPr/>
              <p:nvPr userDrawn="1"/>
            </p:nvCxnSpPr>
            <p:spPr>
              <a:xfrm>
                <a:off x="12202508" y="261801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CB44A62-3176-45B3-B8F1-13B68150156C}"/>
                  </a:ext>
                </a:extLst>
              </p:cNvPr>
              <p:cNvCxnSpPr/>
              <p:nvPr userDrawn="1"/>
            </p:nvCxnSpPr>
            <p:spPr>
              <a:xfrm>
                <a:off x="12202508" y="1954558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3F9198C-0474-411B-B709-BB380C249BDA}"/>
                  </a:ext>
                </a:extLst>
              </p:cNvPr>
              <p:cNvCxnSpPr/>
              <p:nvPr userDrawn="1"/>
            </p:nvCxnSpPr>
            <p:spPr>
              <a:xfrm>
                <a:off x="12202508" y="1299411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E22D08E-6812-4F78-A644-C1C379E1CB6A}"/>
                  </a:ext>
                </a:extLst>
              </p:cNvPr>
              <p:cNvCxnSpPr/>
              <p:nvPr userDrawn="1"/>
            </p:nvCxnSpPr>
            <p:spPr>
              <a:xfrm>
                <a:off x="12202508" y="647700"/>
                <a:ext cx="130152" cy="0"/>
              </a:xfrm>
              <a:prstGeom prst="line">
                <a:avLst/>
              </a:prstGeom>
              <a:ln w="3175" cap="flat" cmpd="sng" algn="ctr">
                <a:solidFill>
                  <a:srgbClr val="C2C4C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039" y="651300"/>
            <a:ext cx="11062709" cy="648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7039" y="1622630"/>
            <a:ext cx="11064240" cy="4585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70051" y="6403791"/>
            <a:ext cx="5008262" cy="2148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S&amp;P Global Ratings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9844" y="6403791"/>
            <a:ext cx="421983" cy="2148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CC70A6-20E9-484F-A6D8-8AC9F5A99694}"/>
              </a:ext>
            </a:extLst>
          </p:cNvPr>
          <p:cNvCxnSpPr/>
          <p:nvPr userDrawn="1"/>
        </p:nvCxnSpPr>
        <p:spPr>
          <a:xfrm>
            <a:off x="-395621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26C736-25F9-4471-B9E2-7FDAD4B0C0F7}"/>
              </a:ext>
            </a:extLst>
          </p:cNvPr>
          <p:cNvCxnSpPr/>
          <p:nvPr userDrawn="1"/>
        </p:nvCxnSpPr>
        <p:spPr>
          <a:xfrm>
            <a:off x="12192000" y="6209536"/>
            <a:ext cx="395621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A59E5F-121F-4882-AD04-A65D6DB42A46}"/>
              </a:ext>
            </a:extLst>
          </p:cNvPr>
          <p:cNvSpPr txBox="1"/>
          <p:nvPr userDrawn="1"/>
        </p:nvSpPr>
        <p:spPr>
          <a:xfrm>
            <a:off x="12287024" y="6093488"/>
            <a:ext cx="1236181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EB760-7DB9-4158-8A20-E30A256A1D62}"/>
              </a:ext>
            </a:extLst>
          </p:cNvPr>
          <p:cNvSpPr txBox="1"/>
          <p:nvPr userDrawn="1"/>
        </p:nvSpPr>
        <p:spPr>
          <a:xfrm>
            <a:off x="-1162279" y="6084779"/>
            <a:ext cx="1082336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700">
                <a:solidFill>
                  <a:schemeClr val="bg2">
                    <a:lumMod val="50000"/>
                  </a:schemeClr>
                </a:solidFill>
                <a:latin typeface="+mn-lt"/>
              </a:rPr>
              <a:t>No content below the line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39B6C1-8002-4F75-B7FC-EDAA23A0F76B}"/>
              </a:ext>
            </a:extLst>
          </p:cNvPr>
          <p:cNvGrpSpPr/>
          <p:nvPr userDrawn="1"/>
        </p:nvGrpSpPr>
        <p:grpSpPr>
          <a:xfrm>
            <a:off x="-130152" y="647700"/>
            <a:ext cx="130152" cy="5046663"/>
            <a:chOff x="-130152" y="647700"/>
            <a:chExt cx="130152" cy="5046663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3A10AFA-0D6D-43FA-9041-F48F1EDAEE3C}"/>
                </a:ext>
              </a:extLst>
            </p:cNvPr>
            <p:cNvCxnSpPr/>
            <p:nvPr userDrawn="1"/>
          </p:nvCxnSpPr>
          <p:spPr>
            <a:xfrm>
              <a:off x="-130152" y="5694363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5406A10-0F3B-4C6E-BB94-300915DB02B5}"/>
                </a:ext>
              </a:extLst>
            </p:cNvPr>
            <p:cNvCxnSpPr/>
            <p:nvPr userDrawn="1"/>
          </p:nvCxnSpPr>
          <p:spPr>
            <a:xfrm>
              <a:off x="-130152" y="261801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B54C7B1-605E-4788-A9E2-5192021613D6}"/>
                </a:ext>
              </a:extLst>
            </p:cNvPr>
            <p:cNvCxnSpPr/>
            <p:nvPr userDrawn="1"/>
          </p:nvCxnSpPr>
          <p:spPr>
            <a:xfrm>
              <a:off x="-130152" y="1954558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BF6F6D6-1AD2-4BB1-ABE1-A1E2DADB16B8}"/>
                </a:ext>
              </a:extLst>
            </p:cNvPr>
            <p:cNvCxnSpPr/>
            <p:nvPr userDrawn="1"/>
          </p:nvCxnSpPr>
          <p:spPr>
            <a:xfrm>
              <a:off x="-130152" y="1299411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3725CBF-16E5-4686-95FC-61EDD7BAA222}"/>
                </a:ext>
              </a:extLst>
            </p:cNvPr>
            <p:cNvCxnSpPr/>
            <p:nvPr userDrawn="1"/>
          </p:nvCxnSpPr>
          <p:spPr>
            <a:xfrm>
              <a:off x="-130152" y="64770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F14B1D6-A02F-4F63-8B42-6490CB75FEED}"/>
                </a:ext>
              </a:extLst>
            </p:cNvPr>
            <p:cNvCxnSpPr/>
            <p:nvPr userDrawn="1"/>
          </p:nvCxnSpPr>
          <p:spPr>
            <a:xfrm>
              <a:off x="-130152" y="1622630"/>
              <a:ext cx="130152" cy="0"/>
            </a:xfrm>
            <a:prstGeom prst="line">
              <a:avLst/>
            </a:prstGeom>
            <a:ln w="3175" cap="flat" cmpd="sng" algn="ctr">
              <a:solidFill>
                <a:srgbClr val="C2C4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4C75B12-814D-46B5-AC2A-CF6E825BD2A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10224" y="-95347"/>
            <a:ext cx="130152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3196D04-0548-4EFC-84ED-EC48273BDB1F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542099" y="-95347"/>
            <a:ext cx="130152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CDAEB47-98C9-4B0C-95C2-0EC29C2061ED}"/>
              </a:ext>
            </a:extLst>
          </p:cNvPr>
          <p:cNvGrpSpPr/>
          <p:nvPr userDrawn="1"/>
        </p:nvGrpSpPr>
        <p:grpSpPr>
          <a:xfrm>
            <a:off x="-1325" y="6871033"/>
            <a:ext cx="12192000" cy="143299"/>
            <a:chOff x="-1325" y="6871033"/>
            <a:chExt cx="12192000" cy="1432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05001D-9AEE-4D97-B1CD-2703613BD583}"/>
                </a:ext>
              </a:extLst>
            </p:cNvPr>
            <p:cNvSpPr/>
            <p:nvPr userDrawn="1"/>
          </p:nvSpPr>
          <p:spPr>
            <a:xfrm>
              <a:off x="-1325" y="6871033"/>
              <a:ext cx="12192000" cy="143299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r"/>
              <a:r>
                <a:rPr lang="en-US" sz="600" b="0" baseline="0">
                  <a:solidFill>
                    <a:srgbClr val="000000"/>
                  </a:solidFill>
                </a:rPr>
                <a:t>Default Footer text on all slides is “S&amp;P Global Ratings” </a:t>
              </a:r>
              <a:r>
                <a:rPr lang="en-US" sz="600" b="1" baseline="0">
                  <a:solidFill>
                    <a:srgbClr val="000000"/>
                  </a:solidFill>
                </a:rPr>
                <a:t>– to change / remove use </a:t>
              </a:r>
              <a:r>
                <a:rPr lang="en-US" sz="600" baseline="0">
                  <a:solidFill>
                    <a:srgbClr val="000000"/>
                  </a:solidFill>
                </a:rPr>
                <a:t>Insert Tab </a:t>
              </a:r>
              <a:r>
                <a:rPr lang="en-US" sz="600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B9E2804-C808-4357-85E3-7E72AE20E804}"/>
                </a:ext>
              </a:extLst>
            </p:cNvPr>
            <p:cNvSpPr/>
            <p:nvPr userDrawn="1"/>
          </p:nvSpPr>
          <p:spPr>
            <a:xfrm>
              <a:off x="-1325" y="6871033"/>
              <a:ext cx="6477571" cy="143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l"/>
              <a:r>
                <a:rPr lang="en-US" sz="600" b="0" baseline="0">
                  <a:solidFill>
                    <a:srgbClr val="000000"/>
                  </a:solidFill>
                </a:rPr>
                <a:t>Always copy slides into a new presentation using </a:t>
              </a:r>
              <a:r>
                <a:rPr lang="en-US" sz="600" b="1" baseline="0">
                  <a:solidFill>
                    <a:srgbClr val="000000"/>
                  </a:solidFill>
                </a:rPr>
                <a:t>Paste Options / Paste  Special </a:t>
              </a:r>
              <a:r>
                <a:rPr lang="en-US" sz="600" b="1" baseline="0">
                  <a:solidFill>
                    <a:srgbClr val="000000"/>
                  </a:solidFill>
                  <a:sym typeface="Wingdings 3" panose="05040102010807070707" pitchFamily="18" charset="2"/>
                </a:rPr>
                <a:t> Use Destination Theme</a:t>
              </a:r>
              <a:endParaRPr lang="en-US" sz="6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D1B8713C-445E-4C83-92F1-E19C8C10D52A}"/>
              </a:ext>
            </a:extLst>
          </p:cNvPr>
          <p:cNvSpPr/>
          <p:nvPr userDrawn="1"/>
        </p:nvSpPr>
        <p:spPr>
          <a:xfrm>
            <a:off x="-1352483" y="-10547"/>
            <a:ext cx="1272540" cy="970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4BEDC11-C1A2-4363-AD61-124751DC85FF}"/>
              </a:ext>
            </a:extLst>
          </p:cNvPr>
          <p:cNvSpPr/>
          <p:nvPr userDrawn="1"/>
        </p:nvSpPr>
        <p:spPr>
          <a:xfrm>
            <a:off x="12257314" y="-10547"/>
            <a:ext cx="1272540" cy="97095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When adding colors, </a:t>
            </a:r>
            <a:r>
              <a:rPr lang="en-US" sz="800" b="1">
                <a:solidFill>
                  <a:srgbClr val="000000"/>
                </a:solidFill>
              </a:rPr>
              <a:t>don’t use the variants or the Standard Colors </a:t>
            </a:r>
            <a:r>
              <a:rPr lang="en-US" sz="800">
                <a:solidFill>
                  <a:srgbClr val="000000"/>
                </a:solidFill>
              </a:rPr>
              <a:t>of the Theme Colors.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>
                <a:solidFill>
                  <a:srgbClr val="000000"/>
                </a:solidFill>
              </a:rPr>
              <a:t>Only use the </a:t>
            </a:r>
            <a:r>
              <a:rPr lang="en-US" sz="800" b="1">
                <a:solidFill>
                  <a:srgbClr val="000000"/>
                </a:solidFill>
              </a:rPr>
              <a:t>Data Visualization colors </a:t>
            </a:r>
            <a:r>
              <a:rPr lang="en-US" sz="800">
                <a:solidFill>
                  <a:srgbClr val="000000"/>
                </a:solidFill>
              </a:rPr>
              <a:t>for charts.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54C9AA-415B-0B01-BFEB-FBDA32F2C223}"/>
              </a:ext>
            </a:extLst>
          </p:cNvPr>
          <p:cNvGrpSpPr/>
          <p:nvPr userDrawn="1"/>
        </p:nvGrpSpPr>
        <p:grpSpPr>
          <a:xfrm>
            <a:off x="12257314" y="1051486"/>
            <a:ext cx="1272540" cy="2937920"/>
            <a:chOff x="12257314" y="1051486"/>
            <a:chExt cx="1272540" cy="29379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CD86894-4C9A-D5D1-0342-1E9F7C827B92}"/>
                </a:ext>
              </a:extLst>
            </p:cNvPr>
            <p:cNvGrpSpPr/>
            <p:nvPr userDrawn="1"/>
          </p:nvGrpSpPr>
          <p:grpSpPr>
            <a:xfrm>
              <a:off x="12257314" y="1051486"/>
              <a:ext cx="1272540" cy="2937920"/>
              <a:chOff x="10098666" y="1523244"/>
              <a:chExt cx="1272540" cy="29379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D210B0C-5945-C325-83C9-545B9698E35D}"/>
                  </a:ext>
                </a:extLst>
              </p:cNvPr>
              <p:cNvSpPr/>
              <p:nvPr userDrawn="1"/>
            </p:nvSpPr>
            <p:spPr>
              <a:xfrm>
                <a:off x="10098666" y="1523244"/>
                <a:ext cx="1272540" cy="2937920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t"/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endParaRPr lang="en-US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F067212-7629-82E1-833B-EEE888AA18EB}"/>
                  </a:ext>
                </a:extLst>
              </p:cNvPr>
              <p:cNvSpPr txBox="1"/>
              <p:nvPr userDrawn="1"/>
            </p:nvSpPr>
            <p:spPr>
              <a:xfrm>
                <a:off x="10336105" y="3673224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Data Visualization colors in correct order. 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788174D-D7C2-DA58-C9B8-98F9BAEEB238}"/>
                  </a:ext>
                </a:extLst>
              </p:cNvPr>
              <p:cNvSpPr txBox="1"/>
              <p:nvPr userDrawn="1"/>
            </p:nvSpPr>
            <p:spPr>
              <a:xfrm>
                <a:off x="10220123" y="1614598"/>
                <a:ext cx="972000" cy="96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Primary Brand Colors</a:t>
                </a:r>
                <a:endParaRPr lang="en-US" sz="700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46395B1C-0DA4-E3E6-8170-43BE4E4E72AC}"/>
                  </a:ext>
                </a:extLst>
              </p:cNvPr>
              <p:cNvSpPr/>
              <p:nvPr userDrawn="1"/>
            </p:nvSpPr>
            <p:spPr>
              <a:xfrm>
                <a:off x="10186362" y="1787635"/>
                <a:ext cx="1097149" cy="180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BFE902-A53E-3E83-45AB-5E9732A21DBE}"/>
                  </a:ext>
                </a:extLst>
              </p:cNvPr>
              <p:cNvSpPr txBox="1"/>
              <p:nvPr userDrawn="1"/>
            </p:nvSpPr>
            <p:spPr>
              <a:xfrm>
                <a:off x="10336105" y="4062732"/>
                <a:ext cx="841982" cy="2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700" b="1">
                    <a:solidFill>
                      <a:srgbClr val="000000"/>
                    </a:solidFill>
                  </a:rPr>
                  <a:t>Lighter / Darker versions for Data Visualizations only. </a:t>
                </a:r>
              </a:p>
            </p:txBody>
          </p: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1B24FD5B-F12F-3E29-870B-7DB79F2B8F4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6"/>
              <a:srcRect t="1" b="2536"/>
              <a:stretch/>
            </p:blipFill>
            <p:spPr>
              <a:xfrm>
                <a:off x="10200384" y="1823257"/>
                <a:ext cx="1080000" cy="1737361"/>
              </a:xfrm>
              <a:prstGeom prst="rect">
                <a:avLst/>
              </a:prstGeom>
            </p:spPr>
          </p:pic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4E8A1A0-E246-8F2F-9929-AEC947AE89A8}"/>
                  </a:ext>
                </a:extLst>
              </p:cNvPr>
              <p:cNvSpPr/>
              <p:nvPr userDrawn="1"/>
            </p:nvSpPr>
            <p:spPr>
              <a:xfrm>
                <a:off x="10194723" y="2087962"/>
                <a:ext cx="1074126" cy="479902"/>
              </a:xfrm>
              <a:prstGeom prst="rect">
                <a:avLst/>
              </a:prstGeom>
              <a:solidFill>
                <a:srgbClr val="FFFFFF">
                  <a:alpha val="8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000000"/>
                    </a:solidFill>
                  </a:rPr>
                  <a:t>Do not use these variants!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6FFB8A6-DD6C-35DF-1C2D-A4BDE78E38D1}"/>
                  </a:ext>
                </a:extLst>
              </p:cNvPr>
              <p:cNvSpPr/>
              <p:nvPr userDrawn="1"/>
            </p:nvSpPr>
            <p:spPr>
              <a:xfrm>
                <a:off x="10210998" y="2760631"/>
                <a:ext cx="1054800" cy="90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7B446B2-F953-697E-EA42-C823678052BD}"/>
                  </a:ext>
                </a:extLst>
              </p:cNvPr>
              <p:cNvSpPr/>
              <p:nvPr userDrawn="1"/>
            </p:nvSpPr>
            <p:spPr>
              <a:xfrm>
                <a:off x="10634802" y="1959442"/>
                <a:ext cx="626400" cy="10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A16B4AB-9F16-EADA-6A42-B166AA870056}"/>
                  </a:ext>
                </a:extLst>
              </p:cNvPr>
              <p:cNvSpPr/>
              <p:nvPr userDrawn="1"/>
            </p:nvSpPr>
            <p:spPr>
              <a:xfrm>
                <a:off x="10210998" y="2852893"/>
                <a:ext cx="1054800" cy="378000"/>
              </a:xfrm>
              <a:prstGeom prst="rect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EFD3FFD-6BA5-BDE9-D733-76941F6F06DF}"/>
                  </a:ext>
                </a:extLst>
              </p:cNvPr>
              <p:cNvSpPr/>
              <p:nvPr/>
            </p:nvSpPr>
            <p:spPr>
              <a:xfrm>
                <a:off x="1022171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961E07B-EFBD-6575-D294-A81153C4E006}"/>
                  </a:ext>
                </a:extLst>
              </p:cNvPr>
              <p:cNvSpPr/>
              <p:nvPr/>
            </p:nvSpPr>
            <p:spPr>
              <a:xfrm>
                <a:off x="1043223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3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E118AF9-53E9-686F-F125-510C1B19EB4D}"/>
                  </a:ext>
                </a:extLst>
              </p:cNvPr>
              <p:cNvSpPr/>
              <p:nvPr/>
            </p:nvSpPr>
            <p:spPr>
              <a:xfrm>
                <a:off x="10326979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2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ECCDF00-C2C2-610B-9857-23F1A54A3367}"/>
                  </a:ext>
                </a:extLst>
              </p:cNvPr>
              <p:cNvSpPr/>
              <p:nvPr/>
            </p:nvSpPr>
            <p:spPr>
              <a:xfrm>
                <a:off x="105343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4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29C10AB-C2B9-17A3-841D-BDE530072BE3}"/>
                  </a:ext>
                </a:extLst>
              </p:cNvPr>
              <p:cNvSpPr/>
              <p:nvPr/>
            </p:nvSpPr>
            <p:spPr>
              <a:xfrm>
                <a:off x="1063958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5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B98391D-8A06-167C-6084-BA455CD0352E}"/>
                  </a:ext>
                </a:extLst>
              </p:cNvPr>
              <p:cNvSpPr/>
              <p:nvPr/>
            </p:nvSpPr>
            <p:spPr>
              <a:xfrm>
                <a:off x="1074484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6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D10445CD-CDF0-1DEF-3A00-2F542A42A559}"/>
                  </a:ext>
                </a:extLst>
              </p:cNvPr>
              <p:cNvSpPr/>
              <p:nvPr/>
            </p:nvSpPr>
            <p:spPr>
              <a:xfrm>
                <a:off x="1085010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7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C12F7B5-7173-7001-48C2-F53F4D1F93DC}"/>
                  </a:ext>
                </a:extLst>
              </p:cNvPr>
              <p:cNvSpPr/>
              <p:nvPr/>
            </p:nvSpPr>
            <p:spPr>
              <a:xfrm>
                <a:off x="1095536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8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786D729-29AB-9BFB-8B5C-1414C4FC7222}"/>
                  </a:ext>
                </a:extLst>
              </p:cNvPr>
              <p:cNvSpPr/>
              <p:nvPr/>
            </p:nvSpPr>
            <p:spPr>
              <a:xfrm>
                <a:off x="11060624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9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77E0CAD-2AC6-81B8-A47A-C269B95CF65B}"/>
                  </a:ext>
                </a:extLst>
              </p:cNvPr>
              <p:cNvSpPr/>
              <p:nvPr/>
            </p:nvSpPr>
            <p:spPr>
              <a:xfrm>
                <a:off x="11162711" y="2767929"/>
                <a:ext cx="95649" cy="88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cs typeface="Arial"/>
                  </a:rPr>
                  <a:t>10</a:t>
                </a: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D6D87A6-EDB2-67CD-F80C-BEB31522F9F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10220001" y="3436271"/>
                <a:ext cx="1036800" cy="98866"/>
                <a:chOff x="8226203" y="3604223"/>
                <a:chExt cx="1058410" cy="100927"/>
              </a:xfrm>
            </p:grpSpPr>
            <p:pic>
              <p:nvPicPr>
                <p:cNvPr id="91" name="Graphic 90" descr="Close with solid fill">
                  <a:extLst>
                    <a:ext uri="{FF2B5EF4-FFF2-40B4-BE49-F238E27FC236}">
                      <a16:creationId xmlns:a16="http://schemas.microsoft.com/office/drawing/2014/main" id="{FC06E70F-22EA-5129-1726-DB4F1895B0E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6203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2" name="Graphic 91" descr="Close with solid fill">
                  <a:extLst>
                    <a:ext uri="{FF2B5EF4-FFF2-40B4-BE49-F238E27FC236}">
                      <a16:creationId xmlns:a16="http://schemas.microsoft.com/office/drawing/2014/main" id="{A7E5C79B-7C14-AC47-1E5F-E3B9E949A7B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4971" y="3604231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3" name="Graphic 92" descr="Close with solid fill">
                  <a:extLst>
                    <a:ext uri="{FF2B5EF4-FFF2-40B4-BE49-F238E27FC236}">
                      <a16:creationId xmlns:a16="http://schemas.microsoft.com/office/drawing/2014/main" id="{5A91E089-06DD-A213-2121-9754EB9C5FB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8978" y="3604230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4" name="Graphic 93" descr="Close with solid fill">
                  <a:extLst>
                    <a:ext uri="{FF2B5EF4-FFF2-40B4-BE49-F238E27FC236}">
                      <a16:creationId xmlns:a16="http://schemas.microsoft.com/office/drawing/2014/main" id="{7A70C7AE-0DBE-CD3E-8CBC-5C0F2FF6939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5366" y="3604229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5" name="Graphic 94" descr="Close with solid fill">
                  <a:extLst>
                    <a:ext uri="{FF2B5EF4-FFF2-40B4-BE49-F238E27FC236}">
                      <a16:creationId xmlns:a16="http://schemas.microsoft.com/office/drawing/2014/main" id="{B2E68F6D-BF50-1D53-F699-46153F32BA0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1754" y="3604228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6" name="Graphic 95" descr="Close with solid fill">
                  <a:extLst>
                    <a:ext uri="{FF2B5EF4-FFF2-40B4-BE49-F238E27FC236}">
                      <a16:creationId xmlns:a16="http://schemas.microsoft.com/office/drawing/2014/main" id="{B8E81800-A0D5-8183-5624-6890CBA41D4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142" y="3604227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7" name="Graphic 96" descr="Close with solid fill">
                  <a:extLst>
                    <a:ext uri="{FF2B5EF4-FFF2-40B4-BE49-F238E27FC236}">
                      <a16:creationId xmlns:a16="http://schemas.microsoft.com/office/drawing/2014/main" id="{9FC95750-EFE8-F8F9-C927-131AD46028F7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64530" y="3604226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8" name="Graphic 97" descr="Close with solid fill">
                  <a:extLst>
                    <a:ext uri="{FF2B5EF4-FFF2-40B4-BE49-F238E27FC236}">
                      <a16:creationId xmlns:a16="http://schemas.microsoft.com/office/drawing/2014/main" id="{BAE48772-8B30-00BB-8E78-40E9F56AFA0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0918" y="3604225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99" name="Graphic 98" descr="Close with solid fill">
                  <a:extLst>
                    <a:ext uri="{FF2B5EF4-FFF2-40B4-BE49-F238E27FC236}">
                      <a16:creationId xmlns:a16="http://schemas.microsoft.com/office/drawing/2014/main" id="{46A7BD8A-8EE3-33D1-FE1F-2198AA7A60E9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7306" y="3604224"/>
                  <a:ext cx="100919" cy="100919"/>
                </a:xfrm>
                <a:prstGeom prst="rect">
                  <a:avLst/>
                </a:prstGeom>
              </p:spPr>
            </p:pic>
            <p:pic>
              <p:nvPicPr>
                <p:cNvPr id="100" name="Graphic 99" descr="Close with solid fill">
                  <a:extLst>
                    <a:ext uri="{FF2B5EF4-FFF2-40B4-BE49-F238E27FC236}">
                      <a16:creationId xmlns:a16="http://schemas.microsoft.com/office/drawing/2014/main" id="{2A9F9CA9-251F-6496-D1D0-4D6584CE2E1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83694" y="3604223"/>
                  <a:ext cx="100919" cy="100919"/>
                </a:xfrm>
                <a:prstGeom prst="rect">
                  <a:avLst/>
                </a:prstGeom>
              </p:spPr>
            </p:pic>
          </p:grpSp>
          <p:sp>
            <p:nvSpPr>
              <p:cNvPr id="89" name="Freeform: Shape 71">
                <a:extLst>
                  <a:ext uri="{FF2B5EF4-FFF2-40B4-BE49-F238E27FC236}">
                    <a16:creationId xmlns:a16="http://schemas.microsoft.com/office/drawing/2014/main" id="{AD00323F-86BA-4B10-F15E-F0AA98060CAF}"/>
                  </a:ext>
                </a:extLst>
              </p:cNvPr>
              <p:cNvSpPr/>
              <p:nvPr userDrawn="1"/>
            </p:nvSpPr>
            <p:spPr>
              <a:xfrm>
                <a:off x="10134045" y="2814197"/>
                <a:ext cx="166007" cy="895484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72159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72159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: Shape 74">
                <a:extLst>
                  <a:ext uri="{FF2B5EF4-FFF2-40B4-BE49-F238E27FC236}">
                    <a16:creationId xmlns:a16="http://schemas.microsoft.com/office/drawing/2014/main" id="{3C8565C2-7763-FEA5-BCFE-DCA26553ACC4}"/>
                  </a:ext>
                </a:extLst>
              </p:cNvPr>
              <p:cNvSpPr/>
              <p:nvPr userDrawn="1"/>
            </p:nvSpPr>
            <p:spPr>
              <a:xfrm flipH="1">
                <a:off x="11155286" y="2997200"/>
                <a:ext cx="166007" cy="1103745"/>
              </a:xfrm>
              <a:custGeom>
                <a:avLst/>
                <a:gdLst>
                  <a:gd name="connsiteX0" fmla="*/ 95250 w 103414"/>
                  <a:gd name="connsiteY0" fmla="*/ 0 h 579664"/>
                  <a:gd name="connsiteX1" fmla="*/ 0 w 103414"/>
                  <a:gd name="connsiteY1" fmla="*/ 0 h 579664"/>
                  <a:gd name="connsiteX2" fmla="*/ 0 w 103414"/>
                  <a:gd name="connsiteY2" fmla="*/ 579664 h 579664"/>
                  <a:gd name="connsiteX3" fmla="*/ 103414 w 103414"/>
                  <a:gd name="connsiteY3" fmla="*/ 579664 h 579664"/>
                  <a:gd name="connsiteX0" fmla="*/ 95250 w 160564"/>
                  <a:gd name="connsiteY0" fmla="*/ 0 h 579664"/>
                  <a:gd name="connsiteX1" fmla="*/ 0 w 160564"/>
                  <a:gd name="connsiteY1" fmla="*/ 0 h 579664"/>
                  <a:gd name="connsiteX2" fmla="*/ 0 w 160564"/>
                  <a:gd name="connsiteY2" fmla="*/ 579664 h 579664"/>
                  <a:gd name="connsiteX3" fmla="*/ 160564 w 160564"/>
                  <a:gd name="connsiteY3" fmla="*/ 576943 h 579664"/>
                  <a:gd name="connsiteX0" fmla="*/ 95250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  <a:gd name="connsiteX0" fmla="*/ 53687 w 166007"/>
                  <a:gd name="connsiteY0" fmla="*/ 0 h 579664"/>
                  <a:gd name="connsiteX1" fmla="*/ 0 w 166007"/>
                  <a:gd name="connsiteY1" fmla="*/ 0 h 579664"/>
                  <a:gd name="connsiteX2" fmla="*/ 0 w 166007"/>
                  <a:gd name="connsiteY2" fmla="*/ 579664 h 579664"/>
                  <a:gd name="connsiteX3" fmla="*/ 166007 w 166007"/>
                  <a:gd name="connsiteY3" fmla="*/ 579664 h 57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7" h="579664">
                    <a:moveTo>
                      <a:pt x="53687" y="0"/>
                    </a:moveTo>
                    <a:lnTo>
                      <a:pt x="0" y="0"/>
                    </a:lnTo>
                    <a:lnTo>
                      <a:pt x="0" y="579664"/>
                    </a:lnTo>
                    <a:lnTo>
                      <a:pt x="166007" y="579664"/>
                    </a:lnTo>
                  </a:path>
                </a:pathLst>
              </a:custGeom>
              <a:noFill/>
              <a:ln w="1270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0B41221B-3AF3-955E-0B3F-55C826CADEE7}"/>
                </a:ext>
              </a:extLst>
            </p:cNvPr>
            <p:cNvCxnSpPr>
              <a:cxnSpLocks/>
              <a:stCxn id="74" idx="3"/>
              <a:endCxn id="58" idx="3"/>
            </p:cNvCxnSpPr>
            <p:nvPr userDrawn="1"/>
          </p:nvCxnSpPr>
          <p:spPr>
            <a:xfrm flipH="1" flipV="1">
              <a:off x="13350771" y="1191315"/>
              <a:ext cx="69079" cy="350369"/>
            </a:xfrm>
            <a:prstGeom prst="bentConnector3">
              <a:avLst>
                <a:gd name="adj1" fmla="val -91924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0DFE1CB-FE6A-D427-3B35-1A8472586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8113" y="6403791"/>
            <a:ext cx="2469919" cy="2148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9ED654E8-8C65-4C8E-AE76-C85E65D99EC7}" type="datetime4">
              <a:rPr lang="en-US" smtClean="0"/>
              <a:t>July 2, 2026</a:t>
            </a:fld>
            <a:endParaRPr lang="en-US"/>
          </a:p>
        </p:txBody>
      </p:sp>
      <p:pic>
        <p:nvPicPr>
          <p:cNvPr id="4" name="SPG Rating Colorful  Small">
            <a:extLst>
              <a:ext uri="{FF2B5EF4-FFF2-40B4-BE49-F238E27FC236}">
                <a16:creationId xmlns:a16="http://schemas.microsoft.com/office/drawing/2014/main" id="{79B15F09-8AF4-B3A0-06D5-7A1DB4DCE3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450300" y="6279195"/>
            <a:ext cx="987711" cy="5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57" r:id="rId2"/>
    <p:sldLayoutId id="2147483758" r:id="rId3"/>
    <p:sldLayoutId id="2147483664" r:id="rId4"/>
    <p:sldLayoutId id="2147483704" r:id="rId5"/>
    <p:sldLayoutId id="2147483665" r:id="rId6"/>
    <p:sldLayoutId id="2147483697" r:id="rId7"/>
    <p:sldLayoutId id="2147483750" r:id="rId8"/>
    <p:sldLayoutId id="2147483703" r:id="rId9"/>
    <p:sldLayoutId id="2147483668" r:id="rId10"/>
    <p:sldLayoutId id="2147483662" r:id="rId11"/>
    <p:sldLayoutId id="2147483759" r:id="rId12"/>
    <p:sldLayoutId id="2147483667" r:id="rId13"/>
    <p:sldLayoutId id="2147483719" r:id="rId14"/>
    <p:sldLayoutId id="2147483763" r:id="rId15"/>
    <p:sldLayoutId id="2147483742" r:id="rId16"/>
    <p:sldLayoutId id="2147483727" r:id="rId17"/>
    <p:sldLayoutId id="2147483669" r:id="rId18"/>
    <p:sldLayoutId id="2147483764" r:id="rId19"/>
    <p:sldLayoutId id="2147483765" r:id="rId20"/>
    <p:sldLayoutId id="2147483766" r:id="rId21"/>
    <p:sldLayoutId id="2147483711" r:id="rId22"/>
    <p:sldLayoutId id="2147483698" r:id="rId23"/>
    <p:sldLayoutId id="2147483700" r:id="rId24"/>
    <p:sldLayoutId id="2147483702" r:id="rId25"/>
    <p:sldLayoutId id="2147483701" r:id="rId26"/>
    <p:sldLayoutId id="2147483754" r:id="rId27"/>
    <p:sldLayoutId id="2147483752" r:id="rId28"/>
    <p:sldLayoutId id="2147483753" r:id="rId29"/>
    <p:sldLayoutId id="2147483707" r:id="rId30"/>
    <p:sldLayoutId id="2147483741" r:id="rId31"/>
    <p:sldLayoutId id="2147483705" r:id="rId32"/>
    <p:sldLayoutId id="2147483748" r:id="rId33"/>
    <p:sldLayoutId id="2147483745" r:id="rId34"/>
    <p:sldLayoutId id="2147483743" r:id="rId35"/>
    <p:sldLayoutId id="2147483746" r:id="rId36"/>
    <p:sldLayoutId id="2147483747" r:id="rId37"/>
    <p:sldLayoutId id="2147483680" r:id="rId38"/>
    <p:sldLayoutId id="2147483735" r:id="rId39"/>
    <p:sldLayoutId id="2147483678" r:id="rId40"/>
    <p:sldLayoutId id="2147483734" r:id="rId41"/>
    <p:sldLayoutId id="2147483679" r:id="rId42"/>
    <p:sldLayoutId id="2147483681" r:id="rId43"/>
    <p:sldLayoutId id="2147483760" r:id="rId44"/>
    <p:sldLayoutId id="2147483749" r:id="rId45"/>
    <p:sldLayoutId id="2147483755" r:id="rId46"/>
    <p:sldLayoutId id="2147483675" r:id="rId47"/>
    <p:sldLayoutId id="2147483663" r:id="rId48"/>
    <p:sldLayoutId id="2147483736" r:id="rId49"/>
    <p:sldLayoutId id="2147483728" r:id="rId50"/>
    <p:sldLayoutId id="2147483729" r:id="rId51"/>
    <p:sldLayoutId id="2147483670" r:id="rId52"/>
    <p:sldLayoutId id="2147483730" r:id="rId53"/>
    <p:sldLayoutId id="2147483761" r:id="rId54"/>
    <p:sldLayoutId id="2147483762" r:id="rId55"/>
    <p:sldLayoutId id="2147483688" r:id="rId56"/>
    <p:sldLayoutId id="2147483740" r:id="rId57"/>
    <p:sldLayoutId id="2147483682" r:id="rId58"/>
    <p:sldLayoutId id="2147483737" r:id="rId59"/>
    <p:sldLayoutId id="2147483684" r:id="rId60"/>
    <p:sldLayoutId id="2147483738" r:id="rId61"/>
    <p:sldLayoutId id="2147483661" r:id="rId62"/>
    <p:sldLayoutId id="2147483756" r:id="rId63"/>
    <p:sldLayoutId id="2147483674" r:id="rId6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408" userDrawn="1">
          <p15:clr>
            <a:srgbClr val="F26B43"/>
          </p15:clr>
        </p15:guide>
        <p15:guide id="12" orient="horz" pos="3909" userDrawn="1">
          <p15:clr>
            <a:srgbClr val="F26B43"/>
          </p15:clr>
        </p15:guide>
        <p15:guide id="14" orient="horz" pos="818" userDrawn="1">
          <p15:clr>
            <a:srgbClr val="FBAE40"/>
          </p15:clr>
        </p15:guide>
        <p15:guide id="19" pos="3512" userDrawn="1">
          <p15:clr>
            <a:srgbClr val="FBAE40"/>
          </p15:clr>
        </p15:guide>
        <p15:guide id="20" pos="4162" userDrawn="1">
          <p15:clr>
            <a:srgbClr val="FBAE40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F7FD-0EA2-A5CD-F664-304F15668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706252"/>
            <a:ext cx="7189020" cy="1651851"/>
          </a:xfrm>
        </p:spPr>
        <p:txBody>
          <a:bodyPr>
            <a:normAutofit/>
          </a:bodyPr>
          <a:lstStyle/>
          <a:p>
            <a:r>
              <a:rPr lang="en-US" dirty="0"/>
              <a:t>CREST</a:t>
            </a:r>
            <a:br>
              <a:rPr lang="en-US" dirty="0"/>
            </a:br>
            <a:r>
              <a:rPr lang="en-US" dirty="0"/>
              <a:t>(</a:t>
            </a:r>
            <a:r>
              <a:rPr lang="en-US"/>
              <a:t>Credit Resilience Tool)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D1B5F-A968-149A-589E-F500D1132B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configuration driven, criteria agnostic tool to quantify credit resilience</a:t>
            </a:r>
            <a:endParaRPr lang="en-K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B3C09-EE0B-45FA-4003-AE89B886D0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Governments Methodologies</a:t>
            </a:r>
          </a:p>
          <a:p>
            <a:r>
              <a:rPr lang="en-GB" dirty="0"/>
              <a:t>+</a:t>
            </a:r>
          </a:p>
          <a:p>
            <a:r>
              <a:rPr lang="en-GB" dirty="0"/>
              <a:t>Climate Risk Workgroup</a:t>
            </a:r>
            <a:endParaRPr lang="en-K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185FC-665C-C7CD-8F3F-6AD5B64F78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May 21, 2026</a:t>
            </a:r>
            <a:endParaRPr lang="en-K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AF419-F3DA-7C79-A5CF-E5CE17F89AB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S&amp;P Global Ratings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125A3-068B-4243-4289-9B4D6AE5363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7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3281A9-9AB0-1AEA-7ADF-BF6793193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39" y="1299412"/>
            <a:ext cx="11064240" cy="49002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As part of the broader ratings headroom project, we intend to achieve the following:</a:t>
            </a:r>
          </a:p>
          <a:p>
            <a:pPr marL="342900" indent="-342900">
              <a:buAutoNum type="arabicParenR"/>
            </a:pPr>
            <a:r>
              <a:rPr lang="en-GB" b="1" dirty="0"/>
              <a:t>Ratings Headroom Tool </a:t>
            </a:r>
            <a:r>
              <a:rPr lang="en-GB" dirty="0"/>
              <a:t>– Build a tool to generate the available margin of safety </a:t>
            </a:r>
            <a:r>
              <a:rPr lang="en-GB" dirty="0" err="1"/>
              <a:t>a.k.a</a:t>
            </a:r>
            <a:r>
              <a:rPr lang="en-GB" dirty="0"/>
              <a:t> headroom to remain at the same score/level for metrics relevant to a given sector/criteria.</a:t>
            </a:r>
          </a:p>
          <a:p>
            <a:pPr marL="342900" indent="-342900">
              <a:buAutoNum type="arabicParenR"/>
            </a:pPr>
            <a:r>
              <a:rPr lang="en-GB" b="1" dirty="0"/>
              <a:t>Rating Resilience </a:t>
            </a:r>
            <a:r>
              <a:rPr lang="en-GB" dirty="0"/>
              <a:t>– Generate data that serves as a baseline for impact testing</a:t>
            </a:r>
          </a:p>
          <a:p>
            <a:pPr marL="342900" indent="-342900">
              <a:buAutoNum type="arabicParenR"/>
            </a:pPr>
            <a:r>
              <a:rPr lang="en-GB" b="1" dirty="0"/>
              <a:t>Reverse Stress Testing </a:t>
            </a:r>
            <a:r>
              <a:rPr lang="en-GB" dirty="0"/>
              <a:t>- Enable the practice to generate scenarios that would stress the relevant metrics to generate revised margins to measure impact.</a:t>
            </a:r>
          </a:p>
          <a:p>
            <a:pPr marL="0" indent="0">
              <a:buNone/>
            </a:pPr>
            <a:r>
              <a:rPr lang="en-GB" b="1" dirty="0"/>
              <a:t>Needs/Problems:</a:t>
            </a:r>
          </a:p>
          <a:p>
            <a:pPr marL="342900" indent="-342900">
              <a:buAutoNum type="arabicParenR"/>
            </a:pPr>
            <a:r>
              <a:rPr lang="en-GB" b="1" dirty="0"/>
              <a:t>Tool Interface and Metrics need to be criteria/sector specific</a:t>
            </a:r>
          </a:p>
          <a:p>
            <a:pPr marL="342900" indent="-342900">
              <a:buAutoNum type="arabicParenR"/>
            </a:pPr>
            <a:r>
              <a:rPr lang="en-GB" b="1" dirty="0"/>
              <a:t>The above needs to adhere to a common framework to manage capacity and adhere to standards</a:t>
            </a:r>
          </a:p>
          <a:p>
            <a:pPr marL="342900" indent="-342900">
              <a:buAutoNum type="arabicParenR"/>
            </a:pPr>
            <a:r>
              <a:rPr lang="en-GB" b="1" dirty="0"/>
              <a:t>The underlying calculation is criteria agnostic and needs to be flexible to accommodate different criteria</a:t>
            </a:r>
          </a:p>
          <a:p>
            <a:pPr marL="0" indent="0">
              <a:buNone/>
            </a:pPr>
            <a:r>
              <a:rPr lang="en-GB" b="1" dirty="0"/>
              <a:t>Proposal -  </a:t>
            </a:r>
          </a:p>
          <a:p>
            <a:r>
              <a:rPr lang="en-GB" b="1" dirty="0"/>
              <a:t>Criteria Agnostic Tool Engine </a:t>
            </a:r>
            <a:r>
              <a:rPr lang="en-GB" dirty="0"/>
              <a:t>- Build the headroom logic into a package that implements an R6 class with methods for interpreting the criteria specific nuances</a:t>
            </a:r>
          </a:p>
          <a:p>
            <a:r>
              <a:rPr lang="en-GB" b="1" dirty="0"/>
              <a:t>Criteria Specific UI &amp;  Configs </a:t>
            </a:r>
            <a:r>
              <a:rPr lang="en-GB" dirty="0"/>
              <a:t>- Build the UI as a separate customizable platform that calls the “tool engine” and houses any criteria specific configurations.</a:t>
            </a:r>
          </a:p>
          <a:p>
            <a:pPr marL="342900" indent="-342900">
              <a:buAutoNum type="arabicParenR"/>
            </a:pPr>
            <a:endParaRPr lang="en-GB" b="1" dirty="0"/>
          </a:p>
          <a:p>
            <a:pPr marL="342900" indent="-342900">
              <a:buAutoNum type="arabicParenR"/>
            </a:pPr>
            <a:endParaRPr lang="en-GB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BAA70-64D2-CA04-0E44-02BF31B5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S&amp;P Global Ratings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DC0AE-4F74-FFD0-BEB6-93ABEC1D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36D0E6-25DE-FB72-C440-05B88E43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8318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27AF-8E06-592B-551F-CB204A37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E780A9-5963-3B70-6823-33B571362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39" y="1299412"/>
            <a:ext cx="11064240" cy="4900220"/>
          </a:xfrm>
        </p:spPr>
        <p:txBody>
          <a:bodyPr/>
          <a:lstStyle/>
          <a:p>
            <a:pPr marL="342900" indent="-342900">
              <a:buAutoNum type="arabicParenR"/>
            </a:pPr>
            <a:endParaRPr lang="en-GB" b="1" dirty="0"/>
          </a:p>
          <a:p>
            <a:pPr marL="342900" indent="-342900">
              <a:buAutoNum type="arabicParenR"/>
            </a:pPr>
            <a:endParaRPr lang="en-GB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4A4DB-5F2F-14E1-7EC0-6707C516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S&amp;P Global Ratings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856B-E445-99ED-DD33-176FC2C7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C0FA5E-EF41-1A02-3DDB-D4E03D97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26" y="110732"/>
            <a:ext cx="11062709" cy="648111"/>
          </a:xfrm>
        </p:spPr>
        <p:txBody>
          <a:bodyPr/>
          <a:lstStyle/>
          <a:p>
            <a:r>
              <a:rPr lang="en-GB" dirty="0"/>
              <a:t>Design</a:t>
            </a:r>
            <a:endParaRPr lang="en-DE" dirty="0"/>
          </a:p>
        </p:txBody>
      </p:sp>
      <p:pic>
        <p:nvPicPr>
          <p:cNvPr id="6" name="Graphic 5" descr="Closed book with solid fill">
            <a:extLst>
              <a:ext uri="{FF2B5EF4-FFF2-40B4-BE49-F238E27FC236}">
                <a16:creationId xmlns:a16="http://schemas.microsoft.com/office/drawing/2014/main" id="{10F4E4BC-1899-7646-9747-1DC3AAC82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7193" y="5128398"/>
            <a:ext cx="718351" cy="71835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07F7427-5FFA-786D-76FF-0F4111A8930B}"/>
              </a:ext>
            </a:extLst>
          </p:cNvPr>
          <p:cNvGrpSpPr/>
          <p:nvPr/>
        </p:nvGrpSpPr>
        <p:grpSpPr>
          <a:xfrm>
            <a:off x="198142" y="1095253"/>
            <a:ext cx="1794760" cy="675354"/>
            <a:chOff x="283659" y="4566068"/>
            <a:chExt cx="2006962" cy="675354"/>
          </a:xfrm>
        </p:grpSpPr>
        <p:pic>
          <p:nvPicPr>
            <p:cNvPr id="8" name="Graphic 56" descr="User with solid fill">
              <a:extLst>
                <a:ext uri="{FF2B5EF4-FFF2-40B4-BE49-F238E27FC236}">
                  <a16:creationId xmlns:a16="http://schemas.microsoft.com/office/drawing/2014/main" id="{1745B94A-7337-159E-7271-BC99BA12A9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7523" y="4566068"/>
              <a:ext cx="585656" cy="547597"/>
            </a:xfrm>
            <a:prstGeom prst="rect">
              <a:avLst/>
            </a:prstGeom>
          </p:spPr>
        </p:pic>
        <p:sp>
          <p:nvSpPr>
            <p:cNvPr id="9" name="TextBox 58">
              <a:extLst>
                <a:ext uri="{FF2B5EF4-FFF2-40B4-BE49-F238E27FC236}">
                  <a16:creationId xmlns:a16="http://schemas.microsoft.com/office/drawing/2014/main" id="{CEE2F725-C3C4-EFA4-2F04-C12EA436C5B6}"/>
                </a:ext>
              </a:extLst>
            </p:cNvPr>
            <p:cNvSpPr txBox="1"/>
            <p:nvPr/>
          </p:nvSpPr>
          <p:spPr>
            <a:xfrm>
              <a:off x="283659" y="5087534"/>
              <a:ext cx="2006962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000" b="1" dirty="0">
                  <a:cs typeface="Arial"/>
                </a:rPr>
                <a:t>Analyst</a:t>
              </a:r>
              <a:endParaRPr lang="en-US" sz="1000" b="1" dirty="0">
                <a:cs typeface="Arial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BC3FF2B-32A9-0480-4B4C-E23033295A26}"/>
              </a:ext>
            </a:extLst>
          </p:cNvPr>
          <p:cNvSpPr/>
          <p:nvPr/>
        </p:nvSpPr>
        <p:spPr>
          <a:xfrm>
            <a:off x="2735239" y="588945"/>
            <a:ext cx="4749643" cy="5610687"/>
          </a:xfrm>
          <a:prstGeom prst="rect">
            <a:avLst/>
          </a:prstGeom>
          <a:noFill/>
          <a:ln>
            <a:solidFill>
              <a:srgbClr val="03185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2823C0-E293-20D6-5215-3A45E7407F7D}"/>
              </a:ext>
            </a:extLst>
          </p:cNvPr>
          <p:cNvSpPr/>
          <p:nvPr/>
        </p:nvSpPr>
        <p:spPr>
          <a:xfrm>
            <a:off x="3911134" y="122756"/>
            <a:ext cx="2397851" cy="430534"/>
          </a:xfrm>
          <a:prstGeom prst="rect">
            <a:avLst/>
          </a:prstGeom>
          <a:noFill/>
          <a:ln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GO Rating Resilience Tool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4323F-8DDD-163E-A2FB-8F097101D553}"/>
              </a:ext>
            </a:extLst>
          </p:cNvPr>
          <p:cNvSpPr/>
          <p:nvPr/>
        </p:nvSpPr>
        <p:spPr>
          <a:xfrm>
            <a:off x="3739104" y="4954960"/>
            <a:ext cx="2954033" cy="106522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D24A0-0074-6D8D-7310-90713CA1DF43}"/>
              </a:ext>
            </a:extLst>
          </p:cNvPr>
          <p:cNvSpPr txBox="1"/>
          <p:nvPr/>
        </p:nvSpPr>
        <p:spPr>
          <a:xfrm>
            <a:off x="4515544" y="5118241"/>
            <a:ext cx="170322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800" dirty="0"/>
              <a:t>Applicable Criteria/Model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800" dirty="0"/>
              <a:t>Subsectors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800" dirty="0"/>
              <a:t>Criteria defined thresholds and ranges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800" dirty="0"/>
              <a:t>Keys for applicable metrics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800" dirty="0"/>
              <a:t>Display names</a:t>
            </a:r>
            <a:endParaRPr lang="en-US" sz="800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720241-5ABE-DB31-E634-6311CBB347D6}"/>
              </a:ext>
            </a:extLst>
          </p:cNvPr>
          <p:cNvSpPr txBox="1"/>
          <p:nvPr/>
        </p:nvSpPr>
        <p:spPr>
          <a:xfrm>
            <a:off x="4700637" y="6040275"/>
            <a:ext cx="103096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/>
              <a:t>Yaml Configuration</a:t>
            </a:r>
            <a:endParaRPr lang="en-US" sz="800" dirty="0" err="1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9DE7828-6039-AAE8-F3D9-28799A61C5FB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1103539" y="1762589"/>
            <a:ext cx="1623682" cy="16397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D73F7-7B09-3423-0DBA-22AD8E093C09}"/>
              </a:ext>
            </a:extLst>
          </p:cNvPr>
          <p:cNvSpPr/>
          <p:nvPr/>
        </p:nvSpPr>
        <p:spPr>
          <a:xfrm>
            <a:off x="1193333" y="2705494"/>
            <a:ext cx="1357458" cy="5680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800" dirty="0">
                <a:solidFill>
                  <a:schemeClr val="tx1"/>
                </a:solidFill>
              </a:rPr>
              <a:t>Sector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800" dirty="0">
                <a:solidFill>
                  <a:schemeClr val="tx1"/>
                </a:solidFill>
              </a:rPr>
              <a:t>Stress Multipliers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800" dirty="0">
                <a:solidFill>
                  <a:schemeClr val="tx1"/>
                </a:solidFill>
              </a:rPr>
              <a:t>Category Thresholds</a:t>
            </a:r>
            <a:endParaRPr lang="en-US" sz="800" dirty="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E4CCD1-0BD6-1A91-54CF-EBAA8A2B00CB}"/>
              </a:ext>
            </a:extLst>
          </p:cNvPr>
          <p:cNvSpPr/>
          <p:nvPr/>
        </p:nvSpPr>
        <p:spPr>
          <a:xfrm>
            <a:off x="8186908" y="555980"/>
            <a:ext cx="3602824" cy="133580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pic>
        <p:nvPicPr>
          <p:cNvPr id="27" name="Graphic 26" descr="Document with solid fill">
            <a:extLst>
              <a:ext uri="{FF2B5EF4-FFF2-40B4-BE49-F238E27FC236}">
                <a16:creationId xmlns:a16="http://schemas.microsoft.com/office/drawing/2014/main" id="{7D478846-F438-1DAC-6E0B-947D996D7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6480" y="702319"/>
            <a:ext cx="914400" cy="9144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EFC16AA-B602-7882-D81E-00337895419E}"/>
              </a:ext>
            </a:extLst>
          </p:cNvPr>
          <p:cNvSpPr/>
          <p:nvPr/>
        </p:nvSpPr>
        <p:spPr>
          <a:xfrm>
            <a:off x="8469501" y="110732"/>
            <a:ext cx="2397851" cy="430534"/>
          </a:xfrm>
          <a:prstGeom prst="rect">
            <a:avLst/>
          </a:prstGeom>
          <a:noFill/>
          <a:ln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CREST Class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CF992A-EC87-F8E0-08AE-E2E0C028CB08}"/>
              </a:ext>
            </a:extLst>
          </p:cNvPr>
          <p:cNvSpPr/>
          <p:nvPr/>
        </p:nvSpPr>
        <p:spPr>
          <a:xfrm>
            <a:off x="9256394" y="821772"/>
            <a:ext cx="2336609" cy="80421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b="1" dirty="0">
                <a:solidFill>
                  <a:schemeClr val="tx1"/>
                </a:solidFill>
              </a:rPr>
              <a:t>Attributes</a:t>
            </a:r>
            <a:r>
              <a:rPr lang="en-GB" sz="800" dirty="0">
                <a:solidFill>
                  <a:schemeClr val="tx1"/>
                </a:solidFill>
              </a:rPr>
              <a:t> – Model, Subsector, metrics_config.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b="1" dirty="0">
                <a:solidFill>
                  <a:schemeClr val="tx1"/>
                </a:solidFill>
              </a:rPr>
              <a:t>Methods: </a:t>
            </a:r>
            <a:r>
              <a:rPr lang="en-GB" sz="800" dirty="0">
                <a:solidFill>
                  <a:schemeClr val="tx1"/>
                </a:solidFill>
              </a:rPr>
              <a:t>initialize() </a:t>
            </a:r>
            <a:r>
              <a:rPr lang="en-GB" sz="800" dirty="0" err="1">
                <a:solidFill>
                  <a:schemeClr val="tx1"/>
                </a:solidFill>
              </a:rPr>
              <a:t>calculate_all_headroom</a:t>
            </a:r>
            <a:r>
              <a:rPr lang="en-GB" sz="800" dirty="0">
                <a:solidFill>
                  <a:schemeClr val="tx1"/>
                </a:solidFill>
              </a:rPr>
              <a:t>() </a:t>
            </a:r>
            <a:r>
              <a:rPr lang="en-GB" sz="800" dirty="0" err="1">
                <a:solidFill>
                  <a:schemeClr val="tx1"/>
                </a:solidFill>
              </a:rPr>
              <a:t>calculate_headroom_vectorized</a:t>
            </a:r>
            <a:r>
              <a:rPr lang="en-GB" sz="800" dirty="0">
                <a:solidFill>
                  <a:schemeClr val="tx1"/>
                </a:solidFill>
              </a:rPr>
              <a:t>()  </a:t>
            </a:r>
            <a:r>
              <a:rPr lang="en-GB" sz="800" dirty="0" err="1">
                <a:solidFill>
                  <a:schemeClr val="tx1"/>
                </a:solidFill>
              </a:rPr>
              <a:t>run_scenario_analysis</a:t>
            </a:r>
            <a:r>
              <a:rPr lang="en-GB" sz="800" dirty="0">
                <a:solidFill>
                  <a:schemeClr val="tx1"/>
                </a:solidFill>
              </a:rPr>
              <a:t>()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32" name="Graphic 31" descr="Table with solid fill">
            <a:extLst>
              <a:ext uri="{FF2B5EF4-FFF2-40B4-BE49-F238E27FC236}">
                <a16:creationId xmlns:a16="http://schemas.microsoft.com/office/drawing/2014/main" id="{7A1F310F-20A7-7926-A9C0-8753AF162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9194" y="2682059"/>
            <a:ext cx="914400" cy="914400"/>
          </a:xfrm>
          <a:prstGeom prst="rect">
            <a:avLst/>
          </a:prstGeom>
        </p:spPr>
      </p:pic>
      <p:pic>
        <p:nvPicPr>
          <p:cNvPr id="33" name="Graphic 32" descr="Table with solid fill">
            <a:extLst>
              <a:ext uri="{FF2B5EF4-FFF2-40B4-BE49-F238E27FC236}">
                <a16:creationId xmlns:a16="http://schemas.microsoft.com/office/drawing/2014/main" id="{ABEEE13A-7D72-627F-9EA6-DCF95B902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6005" y="3616899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7B599D5-0E32-1FC8-BB3F-C497C26987D6}"/>
              </a:ext>
            </a:extLst>
          </p:cNvPr>
          <p:cNvSpPr/>
          <p:nvPr/>
        </p:nvSpPr>
        <p:spPr>
          <a:xfrm>
            <a:off x="8319412" y="3435361"/>
            <a:ext cx="1822758" cy="213992"/>
          </a:xfrm>
          <a:prstGeom prst="rect">
            <a:avLst/>
          </a:prstGeom>
          <a:noFill/>
          <a:ln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Portfolio Headroom Table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99ECB5-1509-8BA3-CAA9-28A9A23AF7E2}"/>
              </a:ext>
            </a:extLst>
          </p:cNvPr>
          <p:cNvSpPr/>
          <p:nvPr/>
        </p:nvSpPr>
        <p:spPr>
          <a:xfrm>
            <a:off x="8360002" y="4392837"/>
            <a:ext cx="1822758" cy="213992"/>
          </a:xfrm>
          <a:prstGeom prst="rect">
            <a:avLst/>
          </a:prstGeom>
          <a:noFill/>
          <a:ln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Scenario Test Results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8A3242-14C8-ADA5-B099-F7EC9215B170}"/>
              </a:ext>
            </a:extLst>
          </p:cNvPr>
          <p:cNvSpPr/>
          <p:nvPr/>
        </p:nvSpPr>
        <p:spPr>
          <a:xfrm>
            <a:off x="3528460" y="846813"/>
            <a:ext cx="2954033" cy="6481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Step 1 – Pull Data based on selected sector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EEC8E4-B51C-C8DF-C430-0AEEFAC8DC58}"/>
              </a:ext>
            </a:extLst>
          </p:cNvPr>
          <p:cNvSpPr/>
          <p:nvPr/>
        </p:nvSpPr>
        <p:spPr>
          <a:xfrm>
            <a:off x="3528460" y="1861715"/>
            <a:ext cx="2954034" cy="6481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Step 2 – Invoke CREST class object and initialize with Config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FF79F6-3CF0-D1BB-C426-34702A9B289C}"/>
              </a:ext>
            </a:extLst>
          </p:cNvPr>
          <p:cNvSpPr/>
          <p:nvPr/>
        </p:nvSpPr>
        <p:spPr>
          <a:xfrm>
            <a:off x="3528459" y="2828442"/>
            <a:ext cx="2954032" cy="6481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Step 3 – Apply crest.engine:: calculate_all_headroom() method and categorize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5017EF-5087-4A3C-E64B-BC81020EA74A}"/>
              </a:ext>
            </a:extLst>
          </p:cNvPr>
          <p:cNvSpPr/>
          <p:nvPr/>
        </p:nvSpPr>
        <p:spPr>
          <a:xfrm>
            <a:off x="3465619" y="3756590"/>
            <a:ext cx="3016874" cy="6481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Step 4 – Apply </a:t>
            </a:r>
            <a:r>
              <a:rPr lang="en-GB" sz="1400" dirty="0" err="1">
                <a:solidFill>
                  <a:schemeClr val="tx1"/>
                </a:solidFill>
              </a:rPr>
              <a:t>crest.engine</a:t>
            </a:r>
            <a:r>
              <a:rPr lang="en-GB" sz="1400" dirty="0">
                <a:solidFill>
                  <a:schemeClr val="tx1"/>
                </a:solidFill>
              </a:rPr>
              <a:t> :: </a:t>
            </a:r>
            <a:r>
              <a:rPr lang="en-GB" sz="1400" dirty="0" err="1">
                <a:solidFill>
                  <a:schemeClr val="tx1"/>
                </a:solidFill>
              </a:rPr>
              <a:t>run_scenario_analysis</a:t>
            </a:r>
            <a:r>
              <a:rPr lang="en-GB" sz="1400" dirty="0">
                <a:solidFill>
                  <a:schemeClr val="tx1"/>
                </a:solidFill>
              </a:rPr>
              <a:t>() method and generate scenario results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F23757E-A62A-592D-8BED-7420EAB39E88}"/>
              </a:ext>
            </a:extLst>
          </p:cNvPr>
          <p:cNvCxnSpPr>
            <a:cxnSpLocks/>
            <a:stCxn id="25" idx="1"/>
            <a:endCxn id="37" idx="3"/>
          </p:cNvCxnSpPr>
          <p:nvPr/>
        </p:nvCxnSpPr>
        <p:spPr>
          <a:xfrm rot="10800000" flipV="1">
            <a:off x="6482494" y="1223881"/>
            <a:ext cx="1704414" cy="9618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C69B081-6477-39AB-2A53-8D1821F7CA8E}"/>
              </a:ext>
            </a:extLst>
          </p:cNvPr>
          <p:cNvCxnSpPr>
            <a:cxnSpLocks/>
            <a:stCxn id="12" idx="1"/>
            <a:endCxn id="37" idx="1"/>
          </p:cNvCxnSpPr>
          <p:nvPr/>
        </p:nvCxnSpPr>
        <p:spPr>
          <a:xfrm rot="10800000">
            <a:off x="3528460" y="2185771"/>
            <a:ext cx="210644" cy="3301804"/>
          </a:xfrm>
          <a:prstGeom prst="bentConnector3">
            <a:avLst>
              <a:gd name="adj1" fmla="val 2085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AA3065-DAA6-E733-5493-C7F7A40ED3F6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5005477" y="1494925"/>
            <a:ext cx="0" cy="366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32C74E1-5B14-A157-A695-48937CEFD71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005475" y="2509827"/>
            <a:ext cx="2" cy="3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7DAE854-CBFA-AA58-EF26-FD42D82B13F3}"/>
              </a:ext>
            </a:extLst>
          </p:cNvPr>
          <p:cNvCxnSpPr>
            <a:cxnSpLocks/>
          </p:cNvCxnSpPr>
          <p:nvPr/>
        </p:nvCxnSpPr>
        <p:spPr>
          <a:xfrm>
            <a:off x="5005475" y="3476554"/>
            <a:ext cx="0" cy="272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9D43443-2FB7-8BEB-D691-AA7EB1AC336B}"/>
              </a:ext>
            </a:extLst>
          </p:cNvPr>
          <p:cNvCxnSpPr>
            <a:cxnSpLocks/>
            <a:stCxn id="12" idx="3"/>
            <a:endCxn id="25" idx="3"/>
          </p:cNvCxnSpPr>
          <p:nvPr/>
        </p:nvCxnSpPr>
        <p:spPr>
          <a:xfrm flipV="1">
            <a:off x="6693137" y="1223882"/>
            <a:ext cx="5096595" cy="4263693"/>
          </a:xfrm>
          <a:prstGeom prst="bentConnector3">
            <a:avLst>
              <a:gd name="adj1" fmla="val 10448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FBE875-B3AD-34F7-FE6E-EACD9484C64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6482493" y="4080646"/>
            <a:ext cx="23773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91C3A3-BA41-719B-082B-89FAE6113DB9}"/>
              </a:ext>
            </a:extLst>
          </p:cNvPr>
          <p:cNvCxnSpPr>
            <a:cxnSpLocks/>
            <a:stCxn id="38" idx="3"/>
            <a:endCxn id="32" idx="1"/>
          </p:cNvCxnSpPr>
          <p:nvPr/>
        </p:nvCxnSpPr>
        <p:spPr>
          <a:xfrm flipV="1">
            <a:off x="6482491" y="3139259"/>
            <a:ext cx="2316703" cy="13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860CD43-FAED-06BC-4441-F72CA44B6916}"/>
              </a:ext>
            </a:extLst>
          </p:cNvPr>
          <p:cNvSpPr/>
          <p:nvPr/>
        </p:nvSpPr>
        <p:spPr>
          <a:xfrm>
            <a:off x="4213476" y="4643805"/>
            <a:ext cx="1822758" cy="213992"/>
          </a:xfrm>
          <a:prstGeom prst="rect">
            <a:avLst/>
          </a:prstGeom>
          <a:noFill/>
          <a:ln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Criteria specific file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49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50363-D5D9-A626-A378-FBFBFE80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2D7640-F802-DBAB-1851-E608836FA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39" y="1299412"/>
            <a:ext cx="11064240" cy="4900220"/>
          </a:xfrm>
        </p:spPr>
        <p:txBody>
          <a:bodyPr/>
          <a:lstStyle/>
          <a:p>
            <a:pPr marL="342900" indent="-342900">
              <a:buAutoNum type="arabicParenR"/>
            </a:pPr>
            <a:endParaRPr lang="en-GB" b="1" dirty="0"/>
          </a:p>
          <a:p>
            <a:pPr marL="342900" indent="-342900">
              <a:buAutoNum type="arabicParenR"/>
            </a:pPr>
            <a:endParaRPr lang="en-GB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48A5B5-41F4-D8A2-49D8-5142E5D2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S&amp;P Global Ratings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8697D-1D4D-9E23-4603-79B421C2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A11C60-0DF5-77E7-5337-938D7E9D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Takeaways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DE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6931D23-5CDB-4598-42E8-007B03818BA9}"/>
              </a:ext>
            </a:extLst>
          </p:cNvPr>
          <p:cNvSpPr txBox="1">
            <a:spLocks/>
          </p:cNvSpPr>
          <p:nvPr/>
        </p:nvSpPr>
        <p:spPr>
          <a:xfrm>
            <a:off x="567587" y="1306480"/>
            <a:ext cx="11064240" cy="49002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69863" indent="-16986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313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7525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698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70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1)  Criteria specific instructions in YAML:</a:t>
            </a:r>
          </a:p>
          <a:p>
            <a:pPr marL="690562" lvl="2" indent="-342900">
              <a:buAutoNum type="alphaLcParenR"/>
            </a:pPr>
            <a:r>
              <a:rPr lang="en-GB" b="1" dirty="0"/>
              <a:t>Decouple Tool Engine from Criteria </a:t>
            </a:r>
            <a:r>
              <a:rPr lang="en-GB" dirty="0"/>
              <a:t>– Same package and class design can be used for multiple criteria/sectors.</a:t>
            </a:r>
          </a:p>
          <a:p>
            <a:pPr marL="690562" lvl="2" indent="-342900">
              <a:buAutoNum type="alphaLcParenR"/>
            </a:pPr>
            <a:r>
              <a:rPr lang="en-GB" b="1" dirty="0"/>
              <a:t>Single source of truth </a:t>
            </a:r>
            <a:r>
              <a:rPr lang="en-GB" dirty="0"/>
              <a:t>– All criteria specific ranges, thresholds and metrics are incorporated in a yaml file housed in the tool.</a:t>
            </a:r>
          </a:p>
          <a:p>
            <a:pPr marL="690562" lvl="2" indent="-342900">
              <a:buAutoNum type="alphaLcParenR"/>
            </a:pPr>
            <a:r>
              <a:rPr lang="en-GB" b="1" dirty="0"/>
              <a:t>Easier change Management </a:t>
            </a:r>
            <a:r>
              <a:rPr lang="en-GB" dirty="0"/>
              <a:t>in the event of a criteria update or for criteria projects.</a:t>
            </a:r>
          </a:p>
          <a:p>
            <a:pPr marL="690562" lvl="2" indent="-342900">
              <a:buAutoNum type="alphaLcParenR"/>
            </a:pPr>
            <a:endParaRPr lang="en-GB" dirty="0"/>
          </a:p>
          <a:p>
            <a:pPr marL="0" indent="0">
              <a:buNone/>
            </a:pPr>
            <a:r>
              <a:rPr lang="en-GB" dirty="0"/>
              <a:t>2) Core calculations in a base R + </a:t>
            </a:r>
            <a:r>
              <a:rPr lang="en-GB" dirty="0" err="1"/>
              <a:t>data.table</a:t>
            </a:r>
            <a:r>
              <a:rPr lang="en-GB" dirty="0"/>
              <a:t> engine implemented as an R6 class</a:t>
            </a:r>
          </a:p>
          <a:p>
            <a:pPr marL="690562" lvl="2" indent="-342900">
              <a:buAutoNum type="alphaLcParenR"/>
            </a:pPr>
            <a:r>
              <a:rPr lang="en-GB" b="1" dirty="0"/>
              <a:t>Base R </a:t>
            </a:r>
            <a:r>
              <a:rPr lang="en-GB" dirty="0"/>
              <a:t>- Reduced dependency on tidyverse packages and version management.	</a:t>
            </a:r>
          </a:p>
          <a:p>
            <a:pPr marL="690562" lvl="2" indent="-342900">
              <a:buAutoNum type="alphaLcParenR"/>
            </a:pPr>
            <a:r>
              <a:rPr lang="en-GB" b="1" dirty="0"/>
              <a:t>data.table </a:t>
            </a:r>
            <a:r>
              <a:rPr lang="en-GB" dirty="0"/>
              <a:t>- Use of </a:t>
            </a:r>
            <a:r>
              <a:rPr lang="en-US" dirty="0"/>
              <a:t>data.table’s relational join approach, vectorized calculations (threshold comparison and application of stress multipliers) and in-place memory management for faster execution</a:t>
            </a:r>
          </a:p>
          <a:p>
            <a:pPr marL="690562" lvl="2" indent="-342900">
              <a:buAutoNum type="alphaLcParenR"/>
            </a:pPr>
            <a:r>
              <a:rPr lang="en-GB" b="1" dirty="0"/>
              <a:t>R6 </a:t>
            </a:r>
            <a:r>
              <a:rPr lang="en-GB" dirty="0"/>
              <a:t>-  Encapsulated the headroom and scenario related attributes and methods into a single class that can be configured using the yaml file described above.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3) Standard UI Design –</a:t>
            </a:r>
          </a:p>
          <a:p>
            <a:pPr marL="690562" lvl="2" indent="-342900">
              <a:buAutoNum type="alphaLcParenR"/>
            </a:pPr>
            <a:r>
              <a:rPr lang="en-GB" dirty="0"/>
              <a:t>Built using the Risk Indicator UI used by the Social Housing team implemented in </a:t>
            </a:r>
            <a:r>
              <a:rPr lang="en-GB" b="1" dirty="0" err="1"/>
              <a:t>methodologydashboard</a:t>
            </a:r>
            <a:endParaRPr lang="en-GB" b="1" dirty="0"/>
          </a:p>
          <a:p>
            <a:pPr marL="690562" lvl="2" indent="-342900">
              <a:buAutoNum type="alphaLcParenR"/>
            </a:pPr>
            <a:r>
              <a:rPr lang="en-GB" dirty="0"/>
              <a:t>Houses the YAML configuration file and invokes the &lt;</a:t>
            </a:r>
            <a:r>
              <a:rPr lang="en-GB" dirty="0" err="1"/>
              <a:t>resq</a:t>
            </a:r>
            <a:r>
              <a:rPr lang="en-GB" dirty="0"/>
              <a:t>&gt; package object to generate the headroom and scenario results.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4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85FD-8955-D26E-000A-C86F7E06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3C9452-A65E-C278-A407-14FE8C767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39" y="1299412"/>
            <a:ext cx="11064240" cy="4900220"/>
          </a:xfrm>
        </p:spPr>
        <p:txBody>
          <a:bodyPr/>
          <a:lstStyle/>
          <a:p>
            <a:pPr marL="342900" indent="-342900">
              <a:buAutoNum type="arabicParenR"/>
            </a:pPr>
            <a:endParaRPr lang="en-GB" b="1" dirty="0"/>
          </a:p>
          <a:p>
            <a:pPr marL="342900" indent="-342900">
              <a:buAutoNum type="arabicParenR"/>
            </a:pPr>
            <a:endParaRPr lang="en-GB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13EA2-FFB6-6658-41FA-D5087C09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S&amp;P Global Ratings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EB481-5B98-E15E-03D6-F4E18630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A18E4-D58E-4B28-B105-28D9665A8EBC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4CC32C-B044-E615-0896-8CF77DB5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17" y="549221"/>
            <a:ext cx="11062709" cy="648111"/>
          </a:xfrm>
        </p:spPr>
        <p:txBody>
          <a:bodyPr/>
          <a:lstStyle/>
          <a:p>
            <a:r>
              <a:rPr lang="en-GB" dirty="0"/>
              <a:t>Notes for Next Steps -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71945444"/>
      </p:ext>
    </p:extLst>
  </p:cSld>
  <p:clrMapOvr>
    <a:masterClrMapping/>
  </p:clrMapOvr>
</p:sld>
</file>

<file path=ppt/theme/theme1.xml><?xml version="1.0" encoding="utf-8"?>
<a:theme xmlns:a="http://schemas.openxmlformats.org/drawingml/2006/main" name="S-P Dow Jones Indices 2025 16-9 Theme">
  <a:themeElements>
    <a:clrScheme name="SPG Temp Color theme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00000"/>
      </a:hlink>
      <a:folHlink>
        <a:srgbClr val="000000"/>
      </a:folHlink>
    </a:clrScheme>
    <a:fontScheme name="SP Global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solidFill>
            <a:schemeClr val="accent3"/>
          </a:solidFill>
        </a:ln>
      </a:spPr>
      <a:bodyPr rtlCol="0" anchor="ctr"/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SPGRA - PPT Template 16_9" id="{AA38279A-8EDF-7F46-AE63-11409C172E36}" vid="{7EDFCB62-D1C4-4142-999B-6BC04BF504C2}"/>
    </a:ext>
  </a:extLst>
</a:theme>
</file>

<file path=ppt/theme/theme2.xml><?xml version="1.0" encoding="utf-8"?>
<a:theme xmlns:a="http://schemas.openxmlformats.org/drawingml/2006/main" name="Office Theme">
  <a:themeElements>
    <a:clrScheme name="SPG Temp Color theme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EDF86F"/>
      </a:accent3>
      <a:accent4>
        <a:srgbClr val="9E8D73"/>
      </a:accent4>
      <a:accent5>
        <a:srgbClr val="C2C4C3"/>
      </a:accent5>
      <a:accent6>
        <a:srgbClr val="C7DAE0"/>
      </a:accent6>
      <a:hlink>
        <a:srgbClr val="000000"/>
      </a:hlink>
      <a:folHlink>
        <a:srgbClr val="000000"/>
      </a:folHlink>
    </a:clrScheme>
    <a:fontScheme name="SPG Temp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Ocean 7">
      <a:srgbClr val="006D89"/>
    </a:custClr>
    <a:custClr name="Gold 5">
      <a:srgbClr val="F1A649"/>
    </a:custClr>
    <a:custClr name="Purple 7">
      <a:srgbClr val="782080"/>
    </a:custClr>
    <a:custClr name="Teal 7">
      <a:srgbClr val="54BAA0"/>
    </a:custClr>
    <a:custClr name="Magneta 7">
      <a:srgbClr val="B92051"/>
    </a:custClr>
    <a:custClr name="Blue 3">
      <a:srgbClr val="AAB5DF"/>
    </a:custClr>
    <a:custClr name="Blue 8">
      <a:srgbClr val="1D3BAA"/>
    </a:custClr>
    <a:custClr name="Orange 7">
      <a:srgbClr val="B280B6"/>
    </a:custClr>
    <a:custClr name="Ocean 5">
      <a:srgbClr val="C94100"/>
    </a:custClr>
    <a:custClr name="Maroon 9">
      <a:srgbClr val="6DACBC"/>
    </a:custClr>
    <a:custClr name="Maroon 9">
      <a:srgbClr val="6B0F01"/>
    </a:custClr>
    <a:custClr name="Maroon 7">
      <a:srgbClr val="A11602"/>
    </a:custClr>
    <a:custClr name="Maroon 5">
      <a:srgbClr val="BC594A"/>
    </a:custClr>
    <a:custClr name="Maroon 3">
      <a:srgbClr val="D79B93"/>
    </a:custClr>
    <a:custClr name="Maroon 2">
      <a:srgbClr val="E4BCB7"/>
    </a:custClr>
    <a:custClr name="Ocean 2">
      <a:srgbClr val="B6D5DD"/>
    </a:custClr>
    <a:custClr name="Ocean 3">
      <a:srgbClr val="92C0CC"/>
    </a:custClr>
    <a:custClr name="Ocean 5">
      <a:srgbClr val="4997AB"/>
    </a:custClr>
    <a:custClr name="Ocean 7">
      <a:srgbClr val="006D89"/>
    </a:custClr>
    <a:custClr name="Ocean 9">
      <a:srgbClr val="00495B"/>
    </a:custClr>
    <a:custClr name="Gold 9">
      <a:srgbClr val="9D5700"/>
    </a:custClr>
    <a:custClr name="Gold 7">
      <a:srgbClr val="EC8200"/>
    </a:custClr>
    <a:custClr name="Gold 5">
      <a:srgbClr val="F1A649"/>
    </a:custClr>
    <a:custClr name="Gold 3">
      <a:srgbClr val="F7C992"/>
    </a:custClr>
    <a:custClr name="Gold 2">
      <a:srgbClr val="FADBB6"/>
    </a:custClr>
    <a:custClr name="Purple 2">
      <a:srgbClr val="D8BFDB"/>
    </a:custClr>
    <a:custClr name="Purple 3">
      <a:srgbClr val="C59FC9"/>
    </a:custClr>
    <a:custClr name="Purple 5">
      <a:srgbClr val="9F60A4"/>
    </a:custClr>
    <a:custClr name="Purple 7">
      <a:srgbClr val="782080"/>
    </a:custClr>
    <a:custClr name="Purple 9">
      <a:srgbClr val="501555"/>
    </a:custClr>
    <a:custClr name="Orange 9">
      <a:srgbClr val="862B00"/>
    </a:custClr>
    <a:custClr name="Orange 7">
      <a:srgbClr val="C94100"/>
    </a:custClr>
    <a:custClr name="Orange 5">
      <a:srgbClr val="D87749"/>
    </a:custClr>
    <a:custClr name="Orange 3">
      <a:srgbClr val="E8AE92"/>
    </a:custClr>
    <a:custClr name="Orange 2">
      <a:srgbClr val="F0C9B6"/>
    </a:custClr>
    <a:custClr name="Blue 2">
      <a:srgbClr val="C0C8E7"/>
    </a:custClr>
    <a:custClr name="Blue 3">
      <a:srgbClr val="AAB5DF"/>
    </a:custClr>
    <a:custClr name="Blue 5">
      <a:srgbClr val="7284CA"/>
    </a:custClr>
    <a:custClr name="Blue 7">
      <a:srgbClr val="3953B4"/>
    </a:custClr>
    <a:custClr name="Blue 9">
      <a:srgbClr val="01229F"/>
    </a:custClr>
    <a:custClr name="Magneta 9">
      <a:srgbClr val="7B1536"/>
    </a:custClr>
    <a:custClr name="Magneta 7">
      <a:srgbClr val="B92051"/>
    </a:custClr>
    <a:custClr name="Magneta 5">
      <a:srgbClr val="CD6083"/>
    </a:custClr>
    <a:custClr name="Magneta 3">
      <a:srgbClr val="E19FB4"/>
    </a:custClr>
    <a:custClr name="Magneta 2">
      <a:srgbClr val="EBBFCD"/>
    </a:custClr>
    <a:custClr name="Green 2">
      <a:srgbClr val="BEDEC4"/>
    </a:custClr>
    <a:custClr name="Green 2">
      <a:srgbClr val="9DCEA6"/>
    </a:custClr>
    <a:custClr name="Green 5">
      <a:srgbClr val="5CAE6A"/>
    </a:custClr>
    <a:custClr name="Green 7">
      <a:srgbClr val="1B8D2F"/>
    </a:custClr>
    <a:custClr name="Green 9">
      <a:srgbClr val="125E1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PG Temp Color theme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EDF86F"/>
      </a:accent3>
      <a:accent4>
        <a:srgbClr val="9E8D73"/>
      </a:accent4>
      <a:accent5>
        <a:srgbClr val="C2C4C3"/>
      </a:accent5>
      <a:accent6>
        <a:srgbClr val="C7DAE0"/>
      </a:accent6>
      <a:hlink>
        <a:srgbClr val="000000"/>
      </a:hlink>
      <a:folHlink>
        <a:srgbClr val="000000"/>
      </a:folHlink>
    </a:clrScheme>
    <a:fontScheme name="SPG Temp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Ocean 7">
      <a:srgbClr val="006D89"/>
    </a:custClr>
    <a:custClr name="Gold 5">
      <a:srgbClr val="F1A649"/>
    </a:custClr>
    <a:custClr name="Purple 7">
      <a:srgbClr val="782080"/>
    </a:custClr>
    <a:custClr name="Teal 7">
      <a:srgbClr val="54BAA0"/>
    </a:custClr>
    <a:custClr name="Magneta 7">
      <a:srgbClr val="B92051"/>
    </a:custClr>
    <a:custClr name="Blue 3">
      <a:srgbClr val="AAB5DF"/>
    </a:custClr>
    <a:custClr name="Blue 8">
      <a:srgbClr val="1D3BAA"/>
    </a:custClr>
    <a:custClr name="Orange 7">
      <a:srgbClr val="B280B6"/>
    </a:custClr>
    <a:custClr name="Ocean 5">
      <a:srgbClr val="C94100"/>
    </a:custClr>
    <a:custClr name="Maroon 9">
      <a:srgbClr val="6DACBC"/>
    </a:custClr>
    <a:custClr name="Maroon 9">
      <a:srgbClr val="6B0F01"/>
    </a:custClr>
    <a:custClr name="Maroon 7">
      <a:srgbClr val="A11602"/>
    </a:custClr>
    <a:custClr name="Maroon 5">
      <a:srgbClr val="BC594A"/>
    </a:custClr>
    <a:custClr name="Maroon 3">
      <a:srgbClr val="D79B93"/>
    </a:custClr>
    <a:custClr name="Maroon 2">
      <a:srgbClr val="E4BCB7"/>
    </a:custClr>
    <a:custClr name="Ocean 2">
      <a:srgbClr val="B6D5DD"/>
    </a:custClr>
    <a:custClr name="Ocean 3">
      <a:srgbClr val="92C0CC"/>
    </a:custClr>
    <a:custClr name="Ocean 5">
      <a:srgbClr val="4997AB"/>
    </a:custClr>
    <a:custClr name="Ocean 7">
      <a:srgbClr val="006D89"/>
    </a:custClr>
    <a:custClr name="Ocean 9">
      <a:srgbClr val="00495B"/>
    </a:custClr>
    <a:custClr name="Gold 9">
      <a:srgbClr val="9D5700"/>
    </a:custClr>
    <a:custClr name="Gold 7">
      <a:srgbClr val="EC8200"/>
    </a:custClr>
    <a:custClr name="Gold 5">
      <a:srgbClr val="F1A649"/>
    </a:custClr>
    <a:custClr name="Gold 3">
      <a:srgbClr val="F7C992"/>
    </a:custClr>
    <a:custClr name="Gold 2">
      <a:srgbClr val="FADBB6"/>
    </a:custClr>
    <a:custClr name="Purple 2">
      <a:srgbClr val="D8BFDB"/>
    </a:custClr>
    <a:custClr name="Purple 3">
      <a:srgbClr val="C59FC9"/>
    </a:custClr>
    <a:custClr name="Purple 5">
      <a:srgbClr val="9F60A4"/>
    </a:custClr>
    <a:custClr name="Purple 7">
      <a:srgbClr val="782080"/>
    </a:custClr>
    <a:custClr name="Purple 9">
      <a:srgbClr val="501555"/>
    </a:custClr>
    <a:custClr name="Orange 9">
      <a:srgbClr val="862B00"/>
    </a:custClr>
    <a:custClr name="Orange 7">
      <a:srgbClr val="C94100"/>
    </a:custClr>
    <a:custClr name="Orange 5">
      <a:srgbClr val="D87749"/>
    </a:custClr>
    <a:custClr name="Orange 3">
      <a:srgbClr val="E8AE92"/>
    </a:custClr>
    <a:custClr name="Orange 2">
      <a:srgbClr val="F0C9B6"/>
    </a:custClr>
    <a:custClr name="Blue 2">
      <a:srgbClr val="C0C8E7"/>
    </a:custClr>
    <a:custClr name="Blue 3">
      <a:srgbClr val="AAB5DF"/>
    </a:custClr>
    <a:custClr name="Blue 5">
      <a:srgbClr val="7284CA"/>
    </a:custClr>
    <a:custClr name="Blue 7">
      <a:srgbClr val="3953B4"/>
    </a:custClr>
    <a:custClr name="Blue 9">
      <a:srgbClr val="01229F"/>
    </a:custClr>
    <a:custClr name="Magneta 9">
      <a:srgbClr val="7B1536"/>
    </a:custClr>
    <a:custClr name="Magneta 7">
      <a:srgbClr val="B92051"/>
    </a:custClr>
    <a:custClr name="Magneta 5">
      <a:srgbClr val="CD6083"/>
    </a:custClr>
    <a:custClr name="Magneta 3">
      <a:srgbClr val="E19FB4"/>
    </a:custClr>
    <a:custClr name="Magneta 2">
      <a:srgbClr val="EBBFCD"/>
    </a:custClr>
    <a:custClr name="Green 2">
      <a:srgbClr val="BEDEC4"/>
    </a:custClr>
    <a:custClr name="Green 2">
      <a:srgbClr val="9DCEA6"/>
    </a:custClr>
    <a:custClr name="Green 5">
      <a:srgbClr val="5CAE6A"/>
    </a:custClr>
    <a:custClr name="Green 7">
      <a:srgbClr val="1B8D2F"/>
    </a:custClr>
    <a:custClr name="Green 9">
      <a:srgbClr val="125E1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F9B9FE99224B4D9EC1E407C6854365" ma:contentTypeVersion="13" ma:contentTypeDescription="Create a new document." ma:contentTypeScope="" ma:versionID="d7fdf97395e1ed8ea5c17e520cd36314">
  <xsd:schema xmlns:xsd="http://www.w3.org/2001/XMLSchema" xmlns:xs="http://www.w3.org/2001/XMLSchema" xmlns:p="http://schemas.microsoft.com/office/2006/metadata/properties" xmlns:ns2="43675dab-a0fe-4022-9d1f-9b61bfc95f9d" xmlns:ns3="84bffa69-ab78-469d-8b4b-6fb7f08fb3dc" targetNamespace="http://schemas.microsoft.com/office/2006/metadata/properties" ma:root="true" ma:fieldsID="709078a13ac288dd3f49bc06acdc0075" ns2:_="" ns3:_="">
    <xsd:import namespace="43675dab-a0fe-4022-9d1f-9b61bfc95f9d"/>
    <xsd:import namespace="84bffa69-ab78-469d-8b4b-6fb7f08fb3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75dab-a0fe-4022-9d1f-9b61bfc95f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6f79bde-b34b-4e33-a562-f79c102b9a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ffa69-ab78-469d-8b4b-6fb7f08fb3d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04b1cdb-550c-4124-8535-8fd3bbef93af}" ma:internalName="TaxCatchAll" ma:showField="CatchAllData" ma:web="84bffa69-ab78-469d-8b4b-6fb7f08fb3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675dab-a0fe-4022-9d1f-9b61bfc95f9d">
      <Terms xmlns="http://schemas.microsoft.com/office/infopath/2007/PartnerControls"/>
    </lcf76f155ced4ddcb4097134ff3c332f>
    <TaxCatchAll xmlns="84bffa69-ab78-469d-8b4b-6fb7f08fb3d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93250-1545-4E9B-AF77-3956E42AA9AB}">
  <ds:schemaRefs>
    <ds:schemaRef ds:uri="43675dab-a0fe-4022-9d1f-9b61bfc95f9d"/>
    <ds:schemaRef ds:uri="84bffa69-ab78-469d-8b4b-6fb7f08fb3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D090EB3-13C9-480A-8184-BA3186DE1BB7}">
  <ds:schemaRefs>
    <ds:schemaRef ds:uri="http://purl.org/dc/elements/1.1/"/>
    <ds:schemaRef ds:uri="43675dab-a0fe-4022-9d1f-9b61bfc95f9d"/>
    <ds:schemaRef ds:uri="http://purl.org/dc/dcmitype/"/>
    <ds:schemaRef ds:uri="84bffa69-ab78-469d-8b4b-6fb7f08fb3dc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846E8B9-E13E-49AA-A3DC-B3E618D803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SPGRA - PPT Template 16_9</Template>
  <TotalTime>170</TotalTime>
  <Words>588</Words>
  <Application>Microsoft Office PowerPoint</Application>
  <PresentationFormat>Widescreen</PresentationFormat>
  <Paragraphs>71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Wingdings 3</vt:lpstr>
      <vt:lpstr>S-P Dow Jones Indices 2025 16-9 Theme</vt:lpstr>
      <vt:lpstr>CREST (Credit Resilience Tool)</vt:lpstr>
      <vt:lpstr>Objective</vt:lpstr>
      <vt:lpstr>Design</vt:lpstr>
      <vt:lpstr>Takeaways   </vt:lpstr>
      <vt:lpstr>Notes for Next Steps - </vt:lpstr>
    </vt:vector>
  </TitlesOfParts>
  <Manager/>
  <Company>SP Global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Schaaf, Artur (Analytical)</dc:creator>
  <cp:keywords/>
  <dc:description/>
  <cp:lastModifiedBy>Ganguly, Sourav (Analytical)</cp:lastModifiedBy>
  <cp:revision>3</cp:revision>
  <dcterms:created xsi:type="dcterms:W3CDTF">2026-05-06T07:29:18Z</dcterms:created>
  <dcterms:modified xsi:type="dcterms:W3CDTF">2026-07-02T14:23:59Z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1f0267-8575-4fc2-99cc-f6b7f9934be9_Enabled">
    <vt:lpwstr>true</vt:lpwstr>
  </property>
  <property fmtid="{D5CDD505-2E9C-101B-9397-08002B2CF9AE}" pid="3" name="MSIP_Label_831f0267-8575-4fc2-99cc-f6b7f9934be9_SetDate">
    <vt:lpwstr>2025-04-03T05:41:30Z</vt:lpwstr>
  </property>
  <property fmtid="{D5CDD505-2E9C-101B-9397-08002B2CF9AE}" pid="4" name="MSIP_Label_831f0267-8575-4fc2-99cc-f6b7f9934be9_Method">
    <vt:lpwstr>Standard</vt:lpwstr>
  </property>
  <property fmtid="{D5CDD505-2E9C-101B-9397-08002B2CF9AE}" pid="5" name="MSIP_Label_831f0267-8575-4fc2-99cc-f6b7f9934be9_Name">
    <vt:lpwstr>831f0267-8575-4fc2-99cc-f6b7f9934be9</vt:lpwstr>
  </property>
  <property fmtid="{D5CDD505-2E9C-101B-9397-08002B2CF9AE}" pid="6" name="MSIP_Label_831f0267-8575-4fc2-99cc-f6b7f9934be9_SiteId">
    <vt:lpwstr>8f3e36ea-8039-4b40-81a7-7dc0599e8645</vt:lpwstr>
  </property>
  <property fmtid="{D5CDD505-2E9C-101B-9397-08002B2CF9AE}" pid="7" name="MSIP_Label_831f0267-8575-4fc2-99cc-f6b7f9934be9_ActionId">
    <vt:lpwstr>c71445d7-817c-4be9-bece-e9e08fea721a</vt:lpwstr>
  </property>
  <property fmtid="{D5CDD505-2E9C-101B-9397-08002B2CF9AE}" pid="8" name="MSIP_Label_831f0267-8575-4fc2-99cc-f6b7f9934be9_ContentBits">
    <vt:lpwstr>0</vt:lpwstr>
  </property>
  <property fmtid="{D5CDD505-2E9C-101B-9397-08002B2CF9AE}" pid="9" name="MSIP_Label_831f0267-8575-4fc2-99cc-f6b7f9934be9_Tag">
    <vt:lpwstr>50, 3, 0, 1</vt:lpwstr>
  </property>
  <property fmtid="{D5CDD505-2E9C-101B-9397-08002B2CF9AE}" pid="10" name="ContentTypeId">
    <vt:lpwstr>0x01010030F9B9FE99224B4D9EC1E407C6854365</vt:lpwstr>
  </property>
  <property fmtid="{D5CDD505-2E9C-101B-9397-08002B2CF9AE}" pid="11" name="MediaServiceImageTags">
    <vt:lpwstr/>
  </property>
</Properties>
</file>